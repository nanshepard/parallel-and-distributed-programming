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5143500" cx="9144000"/>
  <p:notesSz cx="6858000" cy="9144000"/>
  <p:embeddedFontLst>
    <p:embeddedFont>
      <p:font typeface="Raleway"/>
      <p:regular r:id="rId48"/>
      <p:bold r:id="rId49"/>
      <p:italic r:id="rId50"/>
      <p:boldItalic r:id="rId51"/>
    </p:embeddedFont>
    <p:embeddedFont>
      <p:font typeface="Raleway SemiBold"/>
      <p:regular r:id="rId52"/>
      <p:bold r:id="rId53"/>
      <p:italic r:id="rId54"/>
      <p:boldItalic r:id="rId55"/>
    </p:embeddedFont>
    <p:embeddedFont>
      <p:font typeface="Hanken Grotesk"/>
      <p:regular r:id="rId56"/>
      <p:bold r:id="rId57"/>
      <p:italic r:id="rId58"/>
      <p:boldItalic r:id="rId59"/>
    </p:embeddedFont>
    <p:embeddedFont>
      <p:font typeface="Raleway ExtraBold"/>
      <p:bold r:id="rId60"/>
      <p:boldItalic r:id="rId61"/>
    </p:embeddedFont>
    <p:embeddedFont>
      <p:font typeface="Hanken Grotesk SemiBold"/>
      <p:regular r:id="rId62"/>
      <p:bold r:id="rId63"/>
      <p:italic r:id="rId64"/>
      <p:boldItalic r:id="rId65"/>
    </p:embeddedFont>
    <p:embeddedFont>
      <p:font typeface="Poppins"/>
      <p:regular r:id="rId66"/>
      <p:bold r:id="rId67"/>
      <p:italic r:id="rId68"/>
      <p:boldItalic r:id="rId69"/>
    </p:embeddedFont>
    <p:embeddedFont>
      <p:font typeface="Anaheim"/>
      <p:regular r:id="rId70"/>
      <p:bold r:id="rId71"/>
    </p:embeddedFont>
    <p:embeddedFont>
      <p:font typeface="Hanken Grotesk ExtraBold"/>
      <p:bold r:id="rId72"/>
      <p:boldItalic r:id="rId73"/>
    </p:embeddedFont>
    <p:embeddedFont>
      <p:font typeface="Poppins ExtraBold"/>
      <p:bold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30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5143824-4209-4CCC-8594-816159CD4A64}">
  <a:tblStyle styleId="{45143824-4209-4CCC-8594-816159CD4A6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30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aleway-regular.fntdata"/><Relationship Id="rId47" Type="http://schemas.openxmlformats.org/officeDocument/2006/relationships/slide" Target="slides/slide41.xml"/><Relationship Id="rId49" Type="http://schemas.openxmlformats.org/officeDocument/2006/relationships/font" Target="fonts/Raleway-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HankenGroteskExtraBold-boldItalic.fntdata"/><Relationship Id="rId72" Type="http://schemas.openxmlformats.org/officeDocument/2006/relationships/font" Target="fonts/HankenGroteskExtraBold-bold.fntdata"/><Relationship Id="rId31" Type="http://schemas.openxmlformats.org/officeDocument/2006/relationships/slide" Target="slides/slide25.xml"/><Relationship Id="rId75" Type="http://schemas.openxmlformats.org/officeDocument/2006/relationships/font" Target="fonts/PoppinsExtraBold-boldItalic.fntdata"/><Relationship Id="rId30" Type="http://schemas.openxmlformats.org/officeDocument/2006/relationships/slide" Target="slides/slide24.xml"/><Relationship Id="rId74" Type="http://schemas.openxmlformats.org/officeDocument/2006/relationships/font" Target="fonts/PoppinsExtraBold-bold.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Anaheim-bold.fntdata"/><Relationship Id="rId70" Type="http://schemas.openxmlformats.org/officeDocument/2006/relationships/font" Target="fonts/Anaheim-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HankenGroteskSemiBold-regular.fntdata"/><Relationship Id="rId61" Type="http://schemas.openxmlformats.org/officeDocument/2006/relationships/font" Target="fonts/RalewayExtraBold-boldItalic.fntdata"/><Relationship Id="rId20" Type="http://schemas.openxmlformats.org/officeDocument/2006/relationships/slide" Target="slides/slide14.xml"/><Relationship Id="rId64" Type="http://schemas.openxmlformats.org/officeDocument/2006/relationships/font" Target="fonts/HankenGroteskSemiBold-italic.fntdata"/><Relationship Id="rId63" Type="http://schemas.openxmlformats.org/officeDocument/2006/relationships/font" Target="fonts/HankenGroteskSemiBold-bold.fntdata"/><Relationship Id="rId22" Type="http://schemas.openxmlformats.org/officeDocument/2006/relationships/slide" Target="slides/slide16.xml"/><Relationship Id="rId66" Type="http://schemas.openxmlformats.org/officeDocument/2006/relationships/font" Target="fonts/Poppins-regular.fntdata"/><Relationship Id="rId21" Type="http://schemas.openxmlformats.org/officeDocument/2006/relationships/slide" Target="slides/slide15.xml"/><Relationship Id="rId65" Type="http://schemas.openxmlformats.org/officeDocument/2006/relationships/font" Target="fonts/HankenGroteskSemiBold-boldItalic.fntdata"/><Relationship Id="rId24" Type="http://schemas.openxmlformats.org/officeDocument/2006/relationships/slide" Target="slides/slide18.xml"/><Relationship Id="rId68" Type="http://schemas.openxmlformats.org/officeDocument/2006/relationships/font" Target="fonts/Poppins-italic.fntdata"/><Relationship Id="rId23" Type="http://schemas.openxmlformats.org/officeDocument/2006/relationships/slide" Target="slides/slide17.xml"/><Relationship Id="rId67" Type="http://schemas.openxmlformats.org/officeDocument/2006/relationships/font" Target="fonts/Poppins-bold.fntdata"/><Relationship Id="rId60" Type="http://schemas.openxmlformats.org/officeDocument/2006/relationships/font" Target="fonts/RalewayExtraBold-bold.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Poppins-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aleway-boldItalic.fntdata"/><Relationship Id="rId50" Type="http://schemas.openxmlformats.org/officeDocument/2006/relationships/font" Target="fonts/Raleway-italic.fntdata"/><Relationship Id="rId53" Type="http://schemas.openxmlformats.org/officeDocument/2006/relationships/font" Target="fonts/RalewaySemiBold-bold.fntdata"/><Relationship Id="rId52" Type="http://schemas.openxmlformats.org/officeDocument/2006/relationships/font" Target="fonts/RalewaySemiBold-regular.fntdata"/><Relationship Id="rId11" Type="http://schemas.openxmlformats.org/officeDocument/2006/relationships/slide" Target="slides/slide5.xml"/><Relationship Id="rId55" Type="http://schemas.openxmlformats.org/officeDocument/2006/relationships/font" Target="fonts/RalewaySemiBold-boldItalic.fntdata"/><Relationship Id="rId10" Type="http://schemas.openxmlformats.org/officeDocument/2006/relationships/slide" Target="slides/slide4.xml"/><Relationship Id="rId54" Type="http://schemas.openxmlformats.org/officeDocument/2006/relationships/font" Target="fonts/RalewaySemiBold-italic.fntdata"/><Relationship Id="rId13" Type="http://schemas.openxmlformats.org/officeDocument/2006/relationships/slide" Target="slides/slide7.xml"/><Relationship Id="rId57" Type="http://schemas.openxmlformats.org/officeDocument/2006/relationships/font" Target="fonts/HankenGrotesk-bold.fntdata"/><Relationship Id="rId12" Type="http://schemas.openxmlformats.org/officeDocument/2006/relationships/slide" Target="slides/slide6.xml"/><Relationship Id="rId56" Type="http://schemas.openxmlformats.org/officeDocument/2006/relationships/font" Target="fonts/HankenGrotesk-regular.fntdata"/><Relationship Id="rId15" Type="http://schemas.openxmlformats.org/officeDocument/2006/relationships/slide" Target="slides/slide9.xml"/><Relationship Id="rId59" Type="http://schemas.openxmlformats.org/officeDocument/2006/relationships/font" Target="fonts/HankenGrotesk-boldItalic.fntdata"/><Relationship Id="rId14" Type="http://schemas.openxmlformats.org/officeDocument/2006/relationships/slide" Target="slides/slide8.xml"/><Relationship Id="rId58" Type="http://schemas.openxmlformats.org/officeDocument/2006/relationships/font" Target="fonts/HankenGrotesk-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619869cb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a619869cb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af84c241b9_2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af84c241b9_2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84d99d1a7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84d99d1a7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f84c241b9_2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af84c241b9_2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f84c241b9_2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af84c241b9_2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f84c241b9_2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af84c241b9_2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af84c241b9_2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af84c241b9_2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f84c241b9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af84c241b9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af84c241b9_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af84c241b9_2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af84c241b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af84c241b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54dda1946d_4_2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54dda1946d_4_2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f84c241b9_2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af84c241b9_2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af84c241b9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af84c241b9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af84c241b9_2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af84c241b9_2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af84c241b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af84c241b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af84c241b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af84c241b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af84c241b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af84c241b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af84c241b9_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af84c241b9_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af84c241b9_2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af84c241b9_2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f84c241b9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af84c241b9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f84c241b9_2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af84c241b9_2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af84c241b9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af84c241b9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af84c241b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af84c241b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af84c241b9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af84c241b9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af84c241b9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af84c241b9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af84c241b9_2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af84c241b9_2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af84c241b9_2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af84c241b9_2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af84c241b9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af84c241b9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af84c241b9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af84c241b9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af84c241b9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af84c241b9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af84c241b9_2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af84c241b9_2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af84c241b9_2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af84c241b9_2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af84c241b9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af84c241b9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af84c241b9_2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af84c241b9_2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51b1a71d38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51b1a71d38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af84c241b9_2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af84c241b9_2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af84c241b9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af84c241b9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af84c241b9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af84c241b9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af84c241b9_2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af84c241b9_2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806750"/>
            <a:ext cx="6350100" cy="13806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3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3121750"/>
            <a:ext cx="6350100" cy="38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nvSpPr>
        <p:spPr>
          <a:xfrm>
            <a:off x="-725" y="4120725"/>
            <a:ext cx="9144000" cy="1053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5129550" y="-1185625"/>
            <a:ext cx="5286000" cy="6725250"/>
            <a:chOff x="5129550" y="-1185625"/>
            <a:chExt cx="5286000" cy="6725250"/>
          </a:xfrm>
        </p:grpSpPr>
        <p:sp>
          <p:nvSpPr>
            <p:cNvPr id="13" name="Google Shape;13;p2"/>
            <p:cNvSpPr/>
            <p:nvPr/>
          </p:nvSpPr>
          <p:spPr>
            <a:xfrm>
              <a:off x="5129550" y="-1185625"/>
              <a:ext cx="5286000" cy="23382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 name="Google Shape;14;p2"/>
            <p:cNvCxnSpPr/>
            <p:nvPr/>
          </p:nvCxnSpPr>
          <p:spPr>
            <a:xfrm>
              <a:off x="7830375" y="-82075"/>
              <a:ext cx="0" cy="56217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725" y="2571975"/>
            <a:ext cx="9144000" cy="2602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424475" y="2618025"/>
            <a:ext cx="3403500" cy="8418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Font typeface="Poppins ExtraBold"/>
              <a:buNone/>
              <a:defRPr b="0" sz="3600">
                <a:latin typeface="Poppins ExtraBold"/>
                <a:ea typeface="Poppins ExtraBold"/>
                <a:cs typeface="Poppins ExtraBold"/>
                <a:sym typeface="Poppins ExtraBold"/>
              </a:defRPr>
            </a:lvl2pPr>
            <a:lvl3pPr lvl="2" algn="ctr">
              <a:spcBef>
                <a:spcPts val="0"/>
              </a:spcBef>
              <a:spcAft>
                <a:spcPts val="0"/>
              </a:spcAft>
              <a:buSzPts val="3600"/>
              <a:buFont typeface="Poppins ExtraBold"/>
              <a:buNone/>
              <a:defRPr b="0" sz="3600">
                <a:latin typeface="Poppins ExtraBold"/>
                <a:ea typeface="Poppins ExtraBold"/>
                <a:cs typeface="Poppins ExtraBold"/>
                <a:sym typeface="Poppins ExtraBold"/>
              </a:defRPr>
            </a:lvl3pPr>
            <a:lvl4pPr lvl="3" algn="ctr">
              <a:spcBef>
                <a:spcPts val="0"/>
              </a:spcBef>
              <a:spcAft>
                <a:spcPts val="0"/>
              </a:spcAft>
              <a:buSzPts val="3600"/>
              <a:buFont typeface="Poppins ExtraBold"/>
              <a:buNone/>
              <a:defRPr b="0" sz="3600">
                <a:latin typeface="Poppins ExtraBold"/>
                <a:ea typeface="Poppins ExtraBold"/>
                <a:cs typeface="Poppins ExtraBold"/>
                <a:sym typeface="Poppins ExtraBold"/>
              </a:defRPr>
            </a:lvl4pPr>
            <a:lvl5pPr lvl="4" algn="ctr">
              <a:spcBef>
                <a:spcPts val="0"/>
              </a:spcBef>
              <a:spcAft>
                <a:spcPts val="0"/>
              </a:spcAft>
              <a:buSzPts val="3600"/>
              <a:buFont typeface="Poppins ExtraBold"/>
              <a:buNone/>
              <a:defRPr b="0" sz="3600">
                <a:latin typeface="Poppins ExtraBold"/>
                <a:ea typeface="Poppins ExtraBold"/>
                <a:cs typeface="Poppins ExtraBold"/>
                <a:sym typeface="Poppins ExtraBold"/>
              </a:defRPr>
            </a:lvl5pPr>
            <a:lvl6pPr lvl="5" algn="ctr">
              <a:spcBef>
                <a:spcPts val="0"/>
              </a:spcBef>
              <a:spcAft>
                <a:spcPts val="0"/>
              </a:spcAft>
              <a:buSzPts val="3600"/>
              <a:buFont typeface="Poppins ExtraBold"/>
              <a:buNone/>
              <a:defRPr b="0" sz="3600">
                <a:latin typeface="Poppins ExtraBold"/>
                <a:ea typeface="Poppins ExtraBold"/>
                <a:cs typeface="Poppins ExtraBold"/>
                <a:sym typeface="Poppins ExtraBold"/>
              </a:defRPr>
            </a:lvl6pPr>
            <a:lvl7pPr lvl="6" algn="ctr">
              <a:spcBef>
                <a:spcPts val="0"/>
              </a:spcBef>
              <a:spcAft>
                <a:spcPts val="0"/>
              </a:spcAft>
              <a:buSzPts val="3600"/>
              <a:buFont typeface="Poppins ExtraBold"/>
              <a:buNone/>
              <a:defRPr b="0" sz="3600">
                <a:latin typeface="Poppins ExtraBold"/>
                <a:ea typeface="Poppins ExtraBold"/>
                <a:cs typeface="Poppins ExtraBold"/>
                <a:sym typeface="Poppins ExtraBold"/>
              </a:defRPr>
            </a:lvl7pPr>
            <a:lvl8pPr lvl="7" algn="ctr">
              <a:spcBef>
                <a:spcPts val="0"/>
              </a:spcBef>
              <a:spcAft>
                <a:spcPts val="0"/>
              </a:spcAft>
              <a:buSzPts val="3600"/>
              <a:buFont typeface="Poppins ExtraBold"/>
              <a:buNone/>
              <a:defRPr b="0" sz="3600">
                <a:latin typeface="Poppins ExtraBold"/>
                <a:ea typeface="Poppins ExtraBold"/>
                <a:cs typeface="Poppins ExtraBold"/>
                <a:sym typeface="Poppins ExtraBold"/>
              </a:defRPr>
            </a:lvl8pPr>
            <a:lvl9pPr lvl="8" algn="ctr">
              <a:spcBef>
                <a:spcPts val="0"/>
              </a:spcBef>
              <a:spcAft>
                <a:spcPts val="0"/>
              </a:spcAft>
              <a:buSzPts val="3600"/>
              <a:buFont typeface="Poppins ExtraBold"/>
              <a:buNone/>
              <a:defRPr b="0" sz="3600">
                <a:latin typeface="Poppins ExtraBold"/>
                <a:ea typeface="Poppins ExtraBold"/>
                <a:cs typeface="Poppins ExtraBold"/>
                <a:sym typeface="Poppins ExtraBold"/>
              </a:defRPr>
            </a:lvl9pPr>
          </a:lstStyle>
          <a:p/>
        </p:txBody>
      </p:sp>
      <p:sp>
        <p:nvSpPr>
          <p:cNvPr id="18" name="Google Shape;18;p3"/>
          <p:cNvSpPr txBox="1"/>
          <p:nvPr>
            <p:ph hasCustomPrompt="1" idx="2" type="title"/>
          </p:nvPr>
        </p:nvSpPr>
        <p:spPr>
          <a:xfrm>
            <a:off x="4047175" y="1540500"/>
            <a:ext cx="1483200" cy="9078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5200"/>
            </a:lvl1pPr>
            <a:lvl2pPr lvl="1" rtl="0" algn="ctr">
              <a:spcBef>
                <a:spcPts val="0"/>
              </a:spcBef>
              <a:spcAft>
                <a:spcPts val="0"/>
              </a:spcAft>
              <a:buClr>
                <a:schemeClr val="lt1"/>
              </a:buClr>
              <a:buSzPts val="6000"/>
              <a:buFont typeface="Poppins ExtraBold"/>
              <a:buNone/>
              <a:defRPr b="0" sz="6000">
                <a:solidFill>
                  <a:schemeClr val="lt1"/>
                </a:solidFill>
                <a:latin typeface="Poppins ExtraBold"/>
                <a:ea typeface="Poppins ExtraBold"/>
                <a:cs typeface="Poppins ExtraBold"/>
                <a:sym typeface="Poppins ExtraBold"/>
              </a:defRPr>
            </a:lvl2pPr>
            <a:lvl3pPr lvl="2" rtl="0" algn="ctr">
              <a:spcBef>
                <a:spcPts val="0"/>
              </a:spcBef>
              <a:spcAft>
                <a:spcPts val="0"/>
              </a:spcAft>
              <a:buClr>
                <a:schemeClr val="lt1"/>
              </a:buClr>
              <a:buSzPts val="6000"/>
              <a:buFont typeface="Poppins ExtraBold"/>
              <a:buNone/>
              <a:defRPr b="0" sz="6000">
                <a:solidFill>
                  <a:schemeClr val="lt1"/>
                </a:solidFill>
                <a:latin typeface="Poppins ExtraBold"/>
                <a:ea typeface="Poppins ExtraBold"/>
                <a:cs typeface="Poppins ExtraBold"/>
                <a:sym typeface="Poppins ExtraBold"/>
              </a:defRPr>
            </a:lvl3pPr>
            <a:lvl4pPr lvl="3" rtl="0" algn="ctr">
              <a:spcBef>
                <a:spcPts val="0"/>
              </a:spcBef>
              <a:spcAft>
                <a:spcPts val="0"/>
              </a:spcAft>
              <a:buClr>
                <a:schemeClr val="lt1"/>
              </a:buClr>
              <a:buSzPts val="6000"/>
              <a:buFont typeface="Poppins ExtraBold"/>
              <a:buNone/>
              <a:defRPr b="0" sz="6000">
                <a:solidFill>
                  <a:schemeClr val="lt1"/>
                </a:solidFill>
                <a:latin typeface="Poppins ExtraBold"/>
                <a:ea typeface="Poppins ExtraBold"/>
                <a:cs typeface="Poppins ExtraBold"/>
                <a:sym typeface="Poppins ExtraBold"/>
              </a:defRPr>
            </a:lvl4pPr>
            <a:lvl5pPr lvl="4" rtl="0" algn="ctr">
              <a:spcBef>
                <a:spcPts val="0"/>
              </a:spcBef>
              <a:spcAft>
                <a:spcPts val="0"/>
              </a:spcAft>
              <a:buClr>
                <a:schemeClr val="lt1"/>
              </a:buClr>
              <a:buSzPts val="6000"/>
              <a:buFont typeface="Poppins ExtraBold"/>
              <a:buNone/>
              <a:defRPr b="0" sz="6000">
                <a:solidFill>
                  <a:schemeClr val="lt1"/>
                </a:solidFill>
                <a:latin typeface="Poppins ExtraBold"/>
                <a:ea typeface="Poppins ExtraBold"/>
                <a:cs typeface="Poppins ExtraBold"/>
                <a:sym typeface="Poppins ExtraBold"/>
              </a:defRPr>
            </a:lvl5pPr>
            <a:lvl6pPr lvl="5" rtl="0" algn="ctr">
              <a:spcBef>
                <a:spcPts val="0"/>
              </a:spcBef>
              <a:spcAft>
                <a:spcPts val="0"/>
              </a:spcAft>
              <a:buClr>
                <a:schemeClr val="lt1"/>
              </a:buClr>
              <a:buSzPts val="6000"/>
              <a:buFont typeface="Poppins ExtraBold"/>
              <a:buNone/>
              <a:defRPr b="0" sz="6000">
                <a:solidFill>
                  <a:schemeClr val="lt1"/>
                </a:solidFill>
                <a:latin typeface="Poppins ExtraBold"/>
                <a:ea typeface="Poppins ExtraBold"/>
                <a:cs typeface="Poppins ExtraBold"/>
                <a:sym typeface="Poppins ExtraBold"/>
              </a:defRPr>
            </a:lvl6pPr>
            <a:lvl7pPr lvl="6" rtl="0" algn="ctr">
              <a:spcBef>
                <a:spcPts val="0"/>
              </a:spcBef>
              <a:spcAft>
                <a:spcPts val="0"/>
              </a:spcAft>
              <a:buClr>
                <a:schemeClr val="lt1"/>
              </a:buClr>
              <a:buSzPts val="6000"/>
              <a:buFont typeface="Poppins ExtraBold"/>
              <a:buNone/>
              <a:defRPr b="0" sz="6000">
                <a:solidFill>
                  <a:schemeClr val="lt1"/>
                </a:solidFill>
                <a:latin typeface="Poppins ExtraBold"/>
                <a:ea typeface="Poppins ExtraBold"/>
                <a:cs typeface="Poppins ExtraBold"/>
                <a:sym typeface="Poppins ExtraBold"/>
              </a:defRPr>
            </a:lvl7pPr>
            <a:lvl8pPr lvl="7" rtl="0" algn="ctr">
              <a:spcBef>
                <a:spcPts val="0"/>
              </a:spcBef>
              <a:spcAft>
                <a:spcPts val="0"/>
              </a:spcAft>
              <a:buClr>
                <a:schemeClr val="lt1"/>
              </a:buClr>
              <a:buSzPts val="6000"/>
              <a:buFont typeface="Poppins ExtraBold"/>
              <a:buNone/>
              <a:defRPr b="0" sz="6000">
                <a:solidFill>
                  <a:schemeClr val="lt1"/>
                </a:solidFill>
                <a:latin typeface="Poppins ExtraBold"/>
                <a:ea typeface="Poppins ExtraBold"/>
                <a:cs typeface="Poppins ExtraBold"/>
                <a:sym typeface="Poppins ExtraBold"/>
              </a:defRPr>
            </a:lvl8pPr>
            <a:lvl9pPr lvl="8" rtl="0" algn="ctr">
              <a:spcBef>
                <a:spcPts val="0"/>
              </a:spcBef>
              <a:spcAft>
                <a:spcPts val="0"/>
              </a:spcAft>
              <a:buClr>
                <a:schemeClr val="lt1"/>
              </a:buClr>
              <a:buSzPts val="6000"/>
              <a:buFont typeface="Poppins ExtraBold"/>
              <a:buNone/>
              <a:defRPr b="0" sz="6000">
                <a:solidFill>
                  <a:schemeClr val="lt1"/>
                </a:solidFill>
                <a:latin typeface="Poppins ExtraBold"/>
                <a:ea typeface="Poppins ExtraBold"/>
                <a:cs typeface="Poppins ExtraBold"/>
                <a:sym typeface="Poppins ExtraBold"/>
              </a:defRPr>
            </a:lvl9pPr>
          </a:lstStyle>
          <a:p>
            <a:r>
              <a:t>xx%</a:t>
            </a:r>
          </a:p>
        </p:txBody>
      </p:sp>
      <p:sp>
        <p:nvSpPr>
          <p:cNvPr id="19" name="Google Shape;19;p3"/>
          <p:cNvSpPr/>
          <p:nvPr>
            <p:ph idx="3" type="pic"/>
          </p:nvPr>
        </p:nvSpPr>
        <p:spPr>
          <a:xfrm flipH="1">
            <a:off x="546550" y="404875"/>
            <a:ext cx="2943300" cy="4738500"/>
          </a:xfrm>
          <a:prstGeom prst="rect">
            <a:avLst/>
          </a:prstGeom>
          <a:noFill/>
          <a:ln>
            <a:noFill/>
          </a:ln>
        </p:spPr>
      </p:sp>
      <p:grpSp>
        <p:nvGrpSpPr>
          <p:cNvPr id="20" name="Google Shape;20;p3"/>
          <p:cNvGrpSpPr/>
          <p:nvPr/>
        </p:nvGrpSpPr>
        <p:grpSpPr>
          <a:xfrm>
            <a:off x="6352450" y="-82075"/>
            <a:ext cx="5286000" cy="6300500"/>
            <a:chOff x="6352450" y="-82075"/>
            <a:chExt cx="5286000" cy="6300500"/>
          </a:xfrm>
        </p:grpSpPr>
        <p:cxnSp>
          <p:nvCxnSpPr>
            <p:cNvPr id="21" name="Google Shape;21;p3"/>
            <p:cNvCxnSpPr/>
            <p:nvPr/>
          </p:nvCxnSpPr>
          <p:spPr>
            <a:xfrm>
              <a:off x="7830375" y="-82075"/>
              <a:ext cx="0" cy="5621700"/>
            </a:xfrm>
            <a:prstGeom prst="straightConnector1">
              <a:avLst/>
            </a:prstGeom>
            <a:noFill/>
            <a:ln cap="flat" cmpd="sng" w="9525">
              <a:solidFill>
                <a:schemeClr val="dk1"/>
              </a:solidFill>
              <a:prstDash val="solid"/>
              <a:round/>
              <a:headEnd len="med" w="med" type="none"/>
              <a:tailEnd len="med" w="med" type="none"/>
            </a:ln>
          </p:spPr>
        </p:cxnSp>
        <p:sp>
          <p:nvSpPr>
            <p:cNvPr id="22" name="Google Shape;22;p3"/>
            <p:cNvSpPr/>
            <p:nvPr/>
          </p:nvSpPr>
          <p:spPr>
            <a:xfrm>
              <a:off x="6352450" y="3880225"/>
              <a:ext cx="5286000" cy="23382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flipH="1" rot="10800000">
            <a:off x="-725" y="3007608"/>
            <a:ext cx="9148500" cy="2139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txBox="1"/>
          <p:nvPr>
            <p:ph type="title"/>
          </p:nvPr>
        </p:nvSpPr>
        <p:spPr>
          <a:xfrm>
            <a:off x="720000" y="445025"/>
            <a:ext cx="3200400" cy="9144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720000" y="1363375"/>
            <a:ext cx="7704000" cy="394200"/>
          </a:xfrm>
          <a:prstGeom prst="rect">
            <a:avLst/>
          </a:prstGeom>
        </p:spPr>
        <p:txBody>
          <a:bodyPr anchorCtr="0" anchor="t" bIns="91425" lIns="91425" spcFirstLastPara="1" rIns="91425" wrap="square" tIns="91425">
            <a:noAutofit/>
          </a:bodyPr>
          <a:lstStyle>
            <a:lvl1pPr indent="-304800" lvl="0" marL="457200" rtl="0">
              <a:lnSpc>
                <a:spcPct val="100000"/>
              </a:lnSpc>
              <a:spcBef>
                <a:spcPts val="300"/>
              </a:spcBef>
              <a:spcAft>
                <a:spcPts val="0"/>
              </a:spcAft>
              <a:buSzPts val="1200"/>
              <a:buChar char="●"/>
              <a:defRPr/>
            </a:lvl1pPr>
            <a:lvl2pPr indent="-304800" lvl="1" marL="914400" rtl="0">
              <a:lnSpc>
                <a:spcPct val="100000"/>
              </a:lnSpc>
              <a:spcBef>
                <a:spcPts val="0"/>
              </a:spcBef>
              <a:spcAft>
                <a:spcPts val="0"/>
              </a:spcAft>
              <a:buSzPts val="1200"/>
              <a:buChar char="○"/>
              <a:defRPr/>
            </a:lvl2pPr>
            <a:lvl3pPr indent="-304800" lvl="2" marL="1371600" rtl="0">
              <a:lnSpc>
                <a:spcPct val="100000"/>
              </a:lnSpc>
              <a:spcBef>
                <a:spcPts val="0"/>
              </a:spcBef>
              <a:spcAft>
                <a:spcPts val="0"/>
              </a:spcAft>
              <a:buSzPts val="1200"/>
              <a:buChar char="■"/>
              <a:defRPr/>
            </a:lvl3pPr>
            <a:lvl4pPr indent="-304800" lvl="3" marL="1828800" rtl="0">
              <a:lnSpc>
                <a:spcPct val="100000"/>
              </a:lnSpc>
              <a:spcBef>
                <a:spcPts val="0"/>
              </a:spcBef>
              <a:spcAft>
                <a:spcPts val="0"/>
              </a:spcAft>
              <a:buSzPts val="1200"/>
              <a:buChar char="●"/>
              <a:defRPr/>
            </a:lvl4pPr>
            <a:lvl5pPr indent="-304800" lvl="4" marL="2286000" rtl="0">
              <a:lnSpc>
                <a:spcPct val="100000"/>
              </a:lnSpc>
              <a:spcBef>
                <a:spcPts val="0"/>
              </a:spcBef>
              <a:spcAft>
                <a:spcPts val="0"/>
              </a:spcAft>
              <a:buSzPts val="1200"/>
              <a:buChar char="○"/>
              <a:defRPr/>
            </a:lvl5pPr>
            <a:lvl6pPr indent="-304800" lvl="5" marL="2743200" rtl="0">
              <a:lnSpc>
                <a:spcPct val="100000"/>
              </a:lnSpc>
              <a:spcBef>
                <a:spcPts val="0"/>
              </a:spcBef>
              <a:spcAft>
                <a:spcPts val="0"/>
              </a:spcAft>
              <a:buSzPts val="1200"/>
              <a:buChar char="■"/>
              <a:defRPr/>
            </a:lvl6pPr>
            <a:lvl7pPr indent="-304800" lvl="6" marL="3200400" rtl="0">
              <a:lnSpc>
                <a:spcPct val="100000"/>
              </a:lnSpc>
              <a:spcBef>
                <a:spcPts val="0"/>
              </a:spcBef>
              <a:spcAft>
                <a:spcPts val="0"/>
              </a:spcAft>
              <a:buSzPts val="1200"/>
              <a:buChar char="●"/>
              <a:defRPr/>
            </a:lvl7pPr>
            <a:lvl8pPr indent="-304800" lvl="7" marL="3657600" rtl="0">
              <a:lnSpc>
                <a:spcPct val="100000"/>
              </a:lnSpc>
              <a:spcBef>
                <a:spcPts val="0"/>
              </a:spcBef>
              <a:spcAft>
                <a:spcPts val="0"/>
              </a:spcAft>
              <a:buSzPts val="1200"/>
              <a:buChar char="○"/>
              <a:defRPr/>
            </a:lvl8pPr>
            <a:lvl9pPr indent="-304800" lvl="8" marL="4114800" rtl="0">
              <a:lnSpc>
                <a:spcPct val="100000"/>
              </a:lnSpc>
              <a:spcBef>
                <a:spcPts val="0"/>
              </a:spcBef>
              <a:spcAft>
                <a:spcPts val="0"/>
              </a:spcAft>
              <a:buSzPts val="1200"/>
              <a:buChar char="■"/>
              <a:defRPr/>
            </a:lvl9pPr>
          </a:lstStyle>
          <a:p/>
        </p:txBody>
      </p:sp>
      <p:sp>
        <p:nvSpPr>
          <p:cNvPr id="27" name="Google Shape;27;p4"/>
          <p:cNvSpPr/>
          <p:nvPr/>
        </p:nvSpPr>
        <p:spPr>
          <a:xfrm>
            <a:off x="6195300" y="-797075"/>
            <a:ext cx="4130700" cy="11841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
          <p:cNvSpPr txBox="1"/>
          <p:nvPr>
            <p:ph type="title"/>
          </p:nvPr>
        </p:nvSpPr>
        <p:spPr>
          <a:xfrm>
            <a:off x="720000" y="424992"/>
            <a:ext cx="3200400" cy="12801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sz="2700"/>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p:txBody>
      </p:sp>
      <p:sp>
        <p:nvSpPr>
          <p:cNvPr id="30" name="Google Shape;30;p5"/>
          <p:cNvSpPr txBox="1"/>
          <p:nvPr>
            <p:ph idx="1" type="subTitle"/>
          </p:nvPr>
        </p:nvSpPr>
        <p:spPr>
          <a:xfrm>
            <a:off x="5009861" y="2848398"/>
            <a:ext cx="2575800" cy="17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1" name="Google Shape;31;p5"/>
          <p:cNvSpPr txBox="1"/>
          <p:nvPr>
            <p:ph idx="2" type="subTitle"/>
          </p:nvPr>
        </p:nvSpPr>
        <p:spPr>
          <a:xfrm>
            <a:off x="1672051" y="2848404"/>
            <a:ext cx="2575800" cy="17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2" name="Google Shape;32;p5"/>
          <p:cNvSpPr txBox="1"/>
          <p:nvPr>
            <p:ph idx="3" type="subTitle"/>
          </p:nvPr>
        </p:nvSpPr>
        <p:spPr>
          <a:xfrm>
            <a:off x="1672050" y="2479750"/>
            <a:ext cx="2575800" cy="439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33" name="Google Shape;33;p5"/>
          <p:cNvSpPr txBox="1"/>
          <p:nvPr>
            <p:ph idx="4" type="subTitle"/>
          </p:nvPr>
        </p:nvSpPr>
        <p:spPr>
          <a:xfrm>
            <a:off x="5009855" y="2479750"/>
            <a:ext cx="2575800" cy="439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34" name="Google Shape;34;p5"/>
          <p:cNvSpPr/>
          <p:nvPr/>
        </p:nvSpPr>
        <p:spPr>
          <a:xfrm rot="5400000">
            <a:off x="7109875" y="-52550"/>
            <a:ext cx="4130700" cy="11841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flipH="1" rot="10800000">
            <a:off x="-7325" y="-5470"/>
            <a:ext cx="514200" cy="5151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720000" y="445025"/>
            <a:ext cx="3200400" cy="9144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p:nvPr/>
        </p:nvSpPr>
        <p:spPr>
          <a:xfrm flipH="1" rot="10800000">
            <a:off x="-7325" y="-14400"/>
            <a:ext cx="514200" cy="517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6"/>
          <p:cNvSpPr/>
          <p:nvPr/>
        </p:nvSpPr>
        <p:spPr>
          <a:xfrm rot="10800000">
            <a:off x="-4598200" y="4770125"/>
            <a:ext cx="6876900" cy="11841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p7"/>
          <p:cNvSpPr/>
          <p:nvPr/>
        </p:nvSpPr>
        <p:spPr>
          <a:xfrm>
            <a:off x="5692225" y="1890650"/>
            <a:ext cx="3451800" cy="3256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722376" y="448056"/>
            <a:ext cx="3200400" cy="12801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3" name="Google Shape;43;p7"/>
          <p:cNvSpPr txBox="1"/>
          <p:nvPr>
            <p:ph idx="1" type="subTitle"/>
          </p:nvPr>
        </p:nvSpPr>
        <p:spPr>
          <a:xfrm>
            <a:off x="722376" y="1728150"/>
            <a:ext cx="4294800" cy="267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1000"/>
              </a:spcBef>
              <a:spcAft>
                <a:spcPts val="0"/>
              </a:spcAft>
              <a:buClr>
                <a:srgbClr val="E76A28"/>
              </a:buClr>
              <a:buSzPts val="1200"/>
              <a:buChar char="○"/>
              <a:defRPr/>
            </a:lvl2pPr>
            <a:lvl3pPr lvl="2" rtl="0" algn="ctr">
              <a:lnSpc>
                <a:spcPct val="100000"/>
              </a:lnSpc>
              <a:spcBef>
                <a:spcPts val="1600"/>
              </a:spcBef>
              <a:spcAft>
                <a:spcPts val="0"/>
              </a:spcAft>
              <a:buClr>
                <a:srgbClr val="E76A28"/>
              </a:buClr>
              <a:buSzPts val="1200"/>
              <a:buChar char="■"/>
              <a:defRPr/>
            </a:lvl3pPr>
            <a:lvl4pPr lvl="3" rtl="0" algn="ctr">
              <a:lnSpc>
                <a:spcPct val="100000"/>
              </a:lnSpc>
              <a:spcBef>
                <a:spcPts val="1600"/>
              </a:spcBef>
              <a:spcAft>
                <a:spcPts val="0"/>
              </a:spcAft>
              <a:buClr>
                <a:srgbClr val="E76A28"/>
              </a:buClr>
              <a:buSzPts val="1200"/>
              <a:buChar char="●"/>
              <a:defRPr/>
            </a:lvl4pPr>
            <a:lvl5pPr lvl="4" rtl="0" algn="ctr">
              <a:lnSpc>
                <a:spcPct val="100000"/>
              </a:lnSpc>
              <a:spcBef>
                <a:spcPts val="1600"/>
              </a:spcBef>
              <a:spcAft>
                <a:spcPts val="0"/>
              </a:spcAft>
              <a:buClr>
                <a:srgbClr val="E76A28"/>
              </a:buClr>
              <a:buSzPts val="1200"/>
              <a:buChar char="○"/>
              <a:defRPr/>
            </a:lvl5pPr>
            <a:lvl6pPr lvl="5" rtl="0" algn="ctr">
              <a:lnSpc>
                <a:spcPct val="100000"/>
              </a:lnSpc>
              <a:spcBef>
                <a:spcPts val="1600"/>
              </a:spcBef>
              <a:spcAft>
                <a:spcPts val="0"/>
              </a:spcAft>
              <a:buClr>
                <a:srgbClr val="999999"/>
              </a:buClr>
              <a:buSzPts val="1200"/>
              <a:buChar char="■"/>
              <a:defRPr/>
            </a:lvl6pPr>
            <a:lvl7pPr lvl="6" rtl="0" algn="ctr">
              <a:lnSpc>
                <a:spcPct val="100000"/>
              </a:lnSpc>
              <a:spcBef>
                <a:spcPts val="1600"/>
              </a:spcBef>
              <a:spcAft>
                <a:spcPts val="0"/>
              </a:spcAft>
              <a:buClr>
                <a:srgbClr val="999999"/>
              </a:buClr>
              <a:buSzPts val="1200"/>
              <a:buChar char="●"/>
              <a:defRPr/>
            </a:lvl7pPr>
            <a:lvl8pPr lvl="7" rtl="0" algn="ctr">
              <a:lnSpc>
                <a:spcPct val="100000"/>
              </a:lnSpc>
              <a:spcBef>
                <a:spcPts val="1600"/>
              </a:spcBef>
              <a:spcAft>
                <a:spcPts val="0"/>
              </a:spcAft>
              <a:buClr>
                <a:srgbClr val="999999"/>
              </a:buClr>
              <a:buSzPts val="1200"/>
              <a:buChar char="○"/>
              <a:defRPr/>
            </a:lvl8pPr>
            <a:lvl9pPr lvl="8" rtl="0" algn="ctr">
              <a:lnSpc>
                <a:spcPct val="100000"/>
              </a:lnSpc>
              <a:spcBef>
                <a:spcPts val="1600"/>
              </a:spcBef>
              <a:spcAft>
                <a:spcPts val="1600"/>
              </a:spcAft>
              <a:buClr>
                <a:srgbClr val="999999"/>
              </a:buClr>
              <a:buSzPts val="1200"/>
              <a:buChar char="■"/>
              <a:defRPr/>
            </a:lvl9pPr>
          </a:lstStyle>
          <a:p/>
        </p:txBody>
      </p:sp>
      <p:sp>
        <p:nvSpPr>
          <p:cNvPr id="44" name="Google Shape;44;p7"/>
          <p:cNvSpPr/>
          <p:nvPr>
            <p:ph idx="2" type="pic"/>
          </p:nvPr>
        </p:nvSpPr>
        <p:spPr>
          <a:xfrm>
            <a:off x="5692225" y="303575"/>
            <a:ext cx="3110400" cy="4843800"/>
          </a:xfrm>
          <a:prstGeom prst="rect">
            <a:avLst/>
          </a:prstGeom>
          <a:noFill/>
          <a:ln>
            <a:noFill/>
          </a:ln>
        </p:spPr>
      </p:sp>
      <p:grpSp>
        <p:nvGrpSpPr>
          <p:cNvPr id="45" name="Google Shape;45;p7"/>
          <p:cNvGrpSpPr/>
          <p:nvPr/>
        </p:nvGrpSpPr>
        <p:grpSpPr>
          <a:xfrm>
            <a:off x="-1145925" y="-68850"/>
            <a:ext cx="3190500" cy="6191450"/>
            <a:chOff x="-1145925" y="-68850"/>
            <a:chExt cx="3190500" cy="6191450"/>
          </a:xfrm>
        </p:grpSpPr>
        <p:sp>
          <p:nvSpPr>
            <p:cNvPr id="46" name="Google Shape;46;p7"/>
            <p:cNvSpPr/>
            <p:nvPr/>
          </p:nvSpPr>
          <p:spPr>
            <a:xfrm>
              <a:off x="-1145925" y="4832600"/>
              <a:ext cx="3190500" cy="12900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7"/>
            <p:cNvCxnSpPr/>
            <p:nvPr/>
          </p:nvCxnSpPr>
          <p:spPr>
            <a:xfrm>
              <a:off x="405900" y="-68850"/>
              <a:ext cx="0" cy="52959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1820350" y="1949700"/>
            <a:ext cx="6610500" cy="17487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p:nvPr/>
        </p:nvSpPr>
        <p:spPr>
          <a:xfrm>
            <a:off x="-725" y="0"/>
            <a:ext cx="1297800" cy="51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 name="Google Shape;51;p8"/>
          <p:cNvCxnSpPr/>
          <p:nvPr/>
        </p:nvCxnSpPr>
        <p:spPr>
          <a:xfrm rot="10800000">
            <a:off x="7216750" y="5539625"/>
            <a:ext cx="1763700" cy="0"/>
          </a:xfrm>
          <a:prstGeom prst="straightConnector1">
            <a:avLst/>
          </a:prstGeom>
          <a:noFill/>
          <a:ln cap="flat" cmpd="sng" w="9525">
            <a:solidFill>
              <a:schemeClr val="dk1"/>
            </a:solidFill>
            <a:prstDash val="solid"/>
            <a:round/>
            <a:headEnd len="med" w="med" type="none"/>
            <a:tailEnd len="med" w="med" type="none"/>
          </a:ln>
        </p:spPr>
      </p:cxnSp>
      <p:grpSp>
        <p:nvGrpSpPr>
          <p:cNvPr id="52" name="Google Shape;52;p8"/>
          <p:cNvGrpSpPr/>
          <p:nvPr/>
        </p:nvGrpSpPr>
        <p:grpSpPr>
          <a:xfrm>
            <a:off x="-53125" y="1114800"/>
            <a:ext cx="10250427" cy="5247350"/>
            <a:chOff x="34350" y="1114800"/>
            <a:chExt cx="10163025" cy="5247350"/>
          </a:xfrm>
        </p:grpSpPr>
        <p:sp>
          <p:nvSpPr>
            <p:cNvPr id="53" name="Google Shape;53;p8"/>
            <p:cNvSpPr/>
            <p:nvPr/>
          </p:nvSpPr>
          <p:spPr>
            <a:xfrm>
              <a:off x="4911375" y="4023950"/>
              <a:ext cx="5286000" cy="23382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 name="Google Shape;54;p8"/>
            <p:cNvCxnSpPr/>
            <p:nvPr/>
          </p:nvCxnSpPr>
          <p:spPr>
            <a:xfrm rot="10800000">
              <a:off x="34350" y="1114800"/>
              <a:ext cx="9323400" cy="0"/>
            </a:xfrm>
            <a:prstGeom prst="straightConnector1">
              <a:avLst/>
            </a:prstGeom>
            <a:noFill/>
            <a:ln cap="flat" cmpd="sng" w="9525">
              <a:solidFill>
                <a:schemeClr val="dk1"/>
              </a:solidFill>
              <a:prstDash val="solid"/>
              <a:round/>
              <a:headEnd len="med" w="med" type="none"/>
              <a:tailEnd len="med" w="med" type="none"/>
            </a:ln>
          </p:spPr>
        </p:cxnSp>
      </p:grpSp>
      <p:sp>
        <p:nvSpPr>
          <p:cNvPr id="55" name="Google Shape;55;p8"/>
          <p:cNvSpPr/>
          <p:nvPr/>
        </p:nvSpPr>
        <p:spPr>
          <a:xfrm>
            <a:off x="1820350" y="1520375"/>
            <a:ext cx="205200" cy="20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6" name="Shape 56"/>
        <p:cNvGrpSpPr/>
        <p:nvPr/>
      </p:nvGrpSpPr>
      <p:grpSpPr>
        <a:xfrm>
          <a:off x="0" y="0"/>
          <a:ext cx="0" cy="0"/>
          <a:chOff x="0" y="0"/>
          <a:chExt cx="0" cy="0"/>
        </a:xfrm>
      </p:grpSpPr>
      <p:sp>
        <p:nvSpPr>
          <p:cNvPr id="57" name="Google Shape;57;p9"/>
          <p:cNvSpPr txBox="1"/>
          <p:nvPr>
            <p:ph type="title"/>
          </p:nvPr>
        </p:nvSpPr>
        <p:spPr>
          <a:xfrm>
            <a:off x="713225" y="1189100"/>
            <a:ext cx="4872900" cy="19644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8" name="Google Shape;58;p9"/>
          <p:cNvSpPr txBox="1"/>
          <p:nvPr>
            <p:ph idx="1" type="subTitle"/>
          </p:nvPr>
        </p:nvSpPr>
        <p:spPr>
          <a:xfrm>
            <a:off x="713225" y="3153500"/>
            <a:ext cx="4872900" cy="67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400"/>
            </a:lvl1pPr>
            <a:lvl2pPr lvl="1" rtl="0">
              <a:lnSpc>
                <a:spcPct val="100000"/>
              </a:lnSpc>
              <a:spcBef>
                <a:spcPts val="0"/>
              </a:spcBef>
              <a:spcAft>
                <a:spcPts val="0"/>
              </a:spcAft>
              <a:buSzPts val="1200"/>
              <a:buNone/>
              <a:defRPr/>
            </a:lvl2pPr>
            <a:lvl3pPr lvl="2" rtl="0">
              <a:lnSpc>
                <a:spcPct val="100000"/>
              </a:lnSpc>
              <a:spcBef>
                <a:spcPts val="1600"/>
              </a:spcBef>
              <a:spcAft>
                <a:spcPts val="0"/>
              </a:spcAft>
              <a:buSzPts val="1200"/>
              <a:buNone/>
              <a:defRPr/>
            </a:lvl3pPr>
            <a:lvl4pPr lvl="3" rtl="0">
              <a:lnSpc>
                <a:spcPct val="100000"/>
              </a:lnSpc>
              <a:spcBef>
                <a:spcPts val="1600"/>
              </a:spcBef>
              <a:spcAft>
                <a:spcPts val="0"/>
              </a:spcAft>
              <a:buSzPts val="1200"/>
              <a:buNone/>
              <a:defRPr/>
            </a:lvl4pPr>
            <a:lvl5pPr lvl="4" rtl="0">
              <a:lnSpc>
                <a:spcPct val="100000"/>
              </a:lnSpc>
              <a:spcBef>
                <a:spcPts val="1600"/>
              </a:spcBef>
              <a:spcAft>
                <a:spcPts val="0"/>
              </a:spcAft>
              <a:buSzPts val="1200"/>
              <a:buNone/>
              <a:defRPr/>
            </a:lvl5pPr>
            <a:lvl6pPr lvl="5" rtl="0">
              <a:lnSpc>
                <a:spcPct val="100000"/>
              </a:lnSpc>
              <a:spcBef>
                <a:spcPts val="1600"/>
              </a:spcBef>
              <a:spcAft>
                <a:spcPts val="0"/>
              </a:spcAft>
              <a:buSzPts val="1200"/>
              <a:buNone/>
              <a:defRPr/>
            </a:lvl6pPr>
            <a:lvl7pPr lvl="6" rtl="0">
              <a:lnSpc>
                <a:spcPct val="100000"/>
              </a:lnSpc>
              <a:spcBef>
                <a:spcPts val="1600"/>
              </a:spcBef>
              <a:spcAft>
                <a:spcPts val="0"/>
              </a:spcAft>
              <a:buSzPts val="1200"/>
              <a:buNone/>
              <a:defRPr/>
            </a:lvl7pPr>
            <a:lvl8pPr lvl="7" rtl="0">
              <a:lnSpc>
                <a:spcPct val="100000"/>
              </a:lnSpc>
              <a:spcBef>
                <a:spcPts val="1600"/>
              </a:spcBef>
              <a:spcAft>
                <a:spcPts val="0"/>
              </a:spcAft>
              <a:buSzPts val="1200"/>
              <a:buNone/>
              <a:defRPr/>
            </a:lvl8pPr>
            <a:lvl9pPr lvl="8" rtl="0">
              <a:lnSpc>
                <a:spcPct val="100000"/>
              </a:lnSpc>
              <a:spcBef>
                <a:spcPts val="1600"/>
              </a:spcBef>
              <a:spcAft>
                <a:spcPts val="1600"/>
              </a:spcAft>
              <a:buSzPts val="1200"/>
              <a:buNone/>
              <a:defRPr/>
            </a:lvl9pPr>
          </a:lstStyle>
          <a:p/>
        </p:txBody>
      </p:sp>
      <p:sp>
        <p:nvSpPr>
          <p:cNvPr id="59" name="Google Shape;59;p9"/>
          <p:cNvSpPr/>
          <p:nvPr/>
        </p:nvSpPr>
        <p:spPr>
          <a:xfrm>
            <a:off x="-725" y="4120725"/>
            <a:ext cx="9144000" cy="1053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 name="Google Shape;60;p9"/>
          <p:cNvGrpSpPr/>
          <p:nvPr/>
        </p:nvGrpSpPr>
        <p:grpSpPr>
          <a:xfrm>
            <a:off x="6389300" y="-4411950"/>
            <a:ext cx="3254700" cy="9951575"/>
            <a:chOff x="6389300" y="-4411950"/>
            <a:chExt cx="3254700" cy="9951575"/>
          </a:xfrm>
        </p:grpSpPr>
        <p:cxnSp>
          <p:nvCxnSpPr>
            <p:cNvPr id="61" name="Google Shape;61;p9"/>
            <p:cNvCxnSpPr/>
            <p:nvPr/>
          </p:nvCxnSpPr>
          <p:spPr>
            <a:xfrm>
              <a:off x="8016650" y="-82075"/>
              <a:ext cx="0" cy="5621700"/>
            </a:xfrm>
            <a:prstGeom prst="straightConnector1">
              <a:avLst/>
            </a:prstGeom>
            <a:noFill/>
            <a:ln cap="flat" cmpd="sng" w="9525">
              <a:solidFill>
                <a:schemeClr val="dk1"/>
              </a:solidFill>
              <a:prstDash val="solid"/>
              <a:round/>
              <a:headEnd len="med" w="med" type="none"/>
              <a:tailEnd len="med" w="med" type="none"/>
            </a:ln>
          </p:spPr>
        </p:cxnSp>
        <p:sp>
          <p:nvSpPr>
            <p:cNvPr id="62" name="Google Shape;62;p9"/>
            <p:cNvSpPr/>
            <p:nvPr/>
          </p:nvSpPr>
          <p:spPr>
            <a:xfrm rot="5400000">
              <a:off x="4337600" y="-2360250"/>
              <a:ext cx="7358100" cy="32547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9"/>
          <p:cNvSpPr/>
          <p:nvPr/>
        </p:nvSpPr>
        <p:spPr>
          <a:xfrm>
            <a:off x="713225" y="736225"/>
            <a:ext cx="205200" cy="20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4" name="Shape 64"/>
        <p:cNvGrpSpPr/>
        <p:nvPr/>
      </p:nvGrpSpPr>
      <p:grpSpPr>
        <a:xfrm>
          <a:off x="0" y="0"/>
          <a:ext cx="0" cy="0"/>
          <a:chOff x="0" y="0"/>
          <a:chExt cx="0" cy="0"/>
        </a:xfrm>
      </p:grpSpPr>
      <p:sp>
        <p:nvSpPr>
          <p:cNvPr id="65" name="Google Shape;65;p10"/>
          <p:cNvSpPr/>
          <p:nvPr>
            <p:ph idx="2" type="pic"/>
          </p:nvPr>
        </p:nvSpPr>
        <p:spPr>
          <a:xfrm>
            <a:off x="0" y="-14875"/>
            <a:ext cx="9144000" cy="5158500"/>
          </a:xfrm>
          <a:prstGeom prst="rect">
            <a:avLst/>
          </a:prstGeom>
          <a:noFill/>
          <a:ln>
            <a:noFill/>
          </a:ln>
        </p:spPr>
      </p:sp>
      <p:sp>
        <p:nvSpPr>
          <p:cNvPr id="66" name="Google Shape;66;p10"/>
          <p:cNvSpPr txBox="1"/>
          <p:nvPr>
            <p:ph type="title"/>
          </p:nvPr>
        </p:nvSpPr>
        <p:spPr>
          <a:xfrm>
            <a:off x="713225" y="3623500"/>
            <a:ext cx="7717500" cy="963600"/>
          </a:xfrm>
          <a:prstGeom prst="rect">
            <a:avLst/>
          </a:prstGeom>
          <a:solidFill>
            <a:schemeClr val="lt1"/>
          </a:solidFill>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7" name="Shape 67"/>
        <p:cNvGrpSpPr/>
        <p:nvPr/>
      </p:nvGrpSpPr>
      <p:grpSpPr>
        <a:xfrm>
          <a:off x="0" y="0"/>
          <a:ext cx="0" cy="0"/>
          <a:chOff x="0" y="0"/>
          <a:chExt cx="0" cy="0"/>
        </a:xfrm>
      </p:grpSpPr>
      <p:sp>
        <p:nvSpPr>
          <p:cNvPr id="68" name="Google Shape;68;p11"/>
          <p:cNvSpPr txBox="1"/>
          <p:nvPr>
            <p:ph hasCustomPrompt="1" type="title"/>
          </p:nvPr>
        </p:nvSpPr>
        <p:spPr>
          <a:xfrm>
            <a:off x="2315000" y="2070788"/>
            <a:ext cx="5440800" cy="10545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57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9" name="Google Shape;69;p11"/>
          <p:cNvSpPr txBox="1"/>
          <p:nvPr>
            <p:ph idx="1" type="subTitle"/>
          </p:nvPr>
        </p:nvSpPr>
        <p:spPr>
          <a:xfrm>
            <a:off x="2315000" y="2999513"/>
            <a:ext cx="54408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70" name="Google Shape;70;p11"/>
          <p:cNvSpPr/>
          <p:nvPr/>
        </p:nvSpPr>
        <p:spPr>
          <a:xfrm>
            <a:off x="-725" y="4120725"/>
            <a:ext cx="9144000" cy="1053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 name="Google Shape;71;p11"/>
          <p:cNvGrpSpPr/>
          <p:nvPr/>
        </p:nvGrpSpPr>
        <p:grpSpPr>
          <a:xfrm>
            <a:off x="-1106200" y="-1280125"/>
            <a:ext cx="5286000" cy="6819750"/>
            <a:chOff x="-1106200" y="-1280125"/>
            <a:chExt cx="5286000" cy="6819750"/>
          </a:xfrm>
        </p:grpSpPr>
        <p:sp>
          <p:nvSpPr>
            <p:cNvPr id="72" name="Google Shape;72;p11"/>
            <p:cNvSpPr/>
            <p:nvPr/>
          </p:nvSpPr>
          <p:spPr>
            <a:xfrm>
              <a:off x="-1106200" y="-1280125"/>
              <a:ext cx="5286000" cy="23382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 name="Google Shape;73;p11"/>
            <p:cNvCxnSpPr/>
            <p:nvPr/>
          </p:nvCxnSpPr>
          <p:spPr>
            <a:xfrm>
              <a:off x="1270125" y="-82075"/>
              <a:ext cx="0" cy="56217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5" name="Shape 75"/>
        <p:cNvGrpSpPr/>
        <p:nvPr/>
      </p:nvGrpSpPr>
      <p:grpSpPr>
        <a:xfrm>
          <a:off x="0" y="0"/>
          <a:ext cx="0" cy="0"/>
          <a:chOff x="0" y="0"/>
          <a:chExt cx="0" cy="0"/>
        </a:xfrm>
      </p:grpSpPr>
      <p:sp>
        <p:nvSpPr>
          <p:cNvPr id="76" name="Google Shape;76;p13"/>
          <p:cNvSpPr/>
          <p:nvPr/>
        </p:nvSpPr>
        <p:spPr>
          <a:xfrm flipH="1" rot="10800000">
            <a:off x="-725" y="4381599"/>
            <a:ext cx="9148800" cy="765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1" sz="1800">
              <a:solidFill>
                <a:schemeClr val="dk1"/>
              </a:solidFill>
              <a:latin typeface="Poppins"/>
              <a:ea typeface="Poppins"/>
              <a:cs typeface="Poppins"/>
              <a:sym typeface="Poppins"/>
            </a:endParaRPr>
          </a:p>
        </p:txBody>
      </p:sp>
      <p:sp>
        <p:nvSpPr>
          <p:cNvPr id="77" name="Google Shape;77;p13"/>
          <p:cNvSpPr txBox="1"/>
          <p:nvPr>
            <p:ph type="title"/>
          </p:nvPr>
        </p:nvSpPr>
        <p:spPr>
          <a:xfrm>
            <a:off x="720000" y="445025"/>
            <a:ext cx="3200400" cy="12801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p:txBody>
      </p:sp>
      <p:sp>
        <p:nvSpPr>
          <p:cNvPr id="78" name="Google Shape;78;p13"/>
          <p:cNvSpPr txBox="1"/>
          <p:nvPr>
            <p:ph hasCustomPrompt="1" idx="2" type="title"/>
          </p:nvPr>
        </p:nvSpPr>
        <p:spPr>
          <a:xfrm>
            <a:off x="847850" y="1884758"/>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2100"/>
            </a:lvl1pPr>
            <a:lvl2pPr lvl="1" rtl="0">
              <a:spcBef>
                <a:spcPts val="0"/>
              </a:spcBef>
              <a:spcAft>
                <a:spcPts val="0"/>
              </a:spcAft>
              <a:buSzPts val="3000"/>
              <a:buFont typeface="Poppins ExtraBold"/>
              <a:buNone/>
              <a:defRPr b="0" sz="300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sz="300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sz="300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sz="300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sz="300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sz="300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sz="300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sz="3000">
                <a:latin typeface="Poppins ExtraBold"/>
                <a:ea typeface="Poppins ExtraBold"/>
                <a:cs typeface="Poppins ExtraBold"/>
                <a:sym typeface="Poppins ExtraBold"/>
              </a:defRPr>
            </a:lvl9pPr>
          </a:lstStyle>
          <a:p>
            <a:r>
              <a:t>xx%</a:t>
            </a:r>
          </a:p>
        </p:txBody>
      </p:sp>
      <p:sp>
        <p:nvSpPr>
          <p:cNvPr id="79" name="Google Shape;79;p13"/>
          <p:cNvSpPr txBox="1"/>
          <p:nvPr>
            <p:ph hasCustomPrompt="1" idx="3" type="title"/>
          </p:nvPr>
        </p:nvSpPr>
        <p:spPr>
          <a:xfrm>
            <a:off x="847850" y="3219091"/>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2100"/>
            </a:lvl1pPr>
            <a:lvl2pPr lvl="1" rtl="0">
              <a:spcBef>
                <a:spcPts val="0"/>
              </a:spcBef>
              <a:spcAft>
                <a:spcPts val="0"/>
              </a:spcAft>
              <a:buSzPts val="3000"/>
              <a:buFont typeface="Poppins ExtraBold"/>
              <a:buNone/>
              <a:defRPr b="0" sz="300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sz="300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sz="300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sz="300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sz="300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sz="300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sz="300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sz="3000">
                <a:latin typeface="Poppins ExtraBold"/>
                <a:ea typeface="Poppins ExtraBold"/>
                <a:cs typeface="Poppins ExtraBold"/>
                <a:sym typeface="Poppins ExtraBold"/>
              </a:defRPr>
            </a:lvl9pPr>
          </a:lstStyle>
          <a:p>
            <a:r>
              <a:t>xx%</a:t>
            </a:r>
          </a:p>
        </p:txBody>
      </p:sp>
      <p:sp>
        <p:nvSpPr>
          <p:cNvPr id="80" name="Google Shape;80;p13"/>
          <p:cNvSpPr txBox="1"/>
          <p:nvPr>
            <p:ph hasCustomPrompt="1" idx="4" type="title"/>
          </p:nvPr>
        </p:nvSpPr>
        <p:spPr>
          <a:xfrm>
            <a:off x="3461188" y="1884758"/>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2100"/>
            </a:lvl1pPr>
            <a:lvl2pPr lvl="1" rtl="0">
              <a:spcBef>
                <a:spcPts val="0"/>
              </a:spcBef>
              <a:spcAft>
                <a:spcPts val="0"/>
              </a:spcAft>
              <a:buSzPts val="3000"/>
              <a:buFont typeface="Poppins ExtraBold"/>
              <a:buNone/>
              <a:defRPr b="0" sz="300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sz="300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sz="300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sz="300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sz="300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sz="300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sz="300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sz="3000">
                <a:latin typeface="Poppins ExtraBold"/>
                <a:ea typeface="Poppins ExtraBold"/>
                <a:cs typeface="Poppins ExtraBold"/>
                <a:sym typeface="Poppins ExtraBold"/>
              </a:defRPr>
            </a:lvl9pPr>
          </a:lstStyle>
          <a:p>
            <a:r>
              <a:t>xx%</a:t>
            </a:r>
          </a:p>
        </p:txBody>
      </p:sp>
      <p:sp>
        <p:nvSpPr>
          <p:cNvPr id="81" name="Google Shape;81;p13"/>
          <p:cNvSpPr txBox="1"/>
          <p:nvPr>
            <p:ph hasCustomPrompt="1" idx="5" type="title"/>
          </p:nvPr>
        </p:nvSpPr>
        <p:spPr>
          <a:xfrm>
            <a:off x="3461188" y="3219091"/>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2100"/>
            </a:lvl1pPr>
            <a:lvl2pPr lvl="1" rtl="0">
              <a:spcBef>
                <a:spcPts val="0"/>
              </a:spcBef>
              <a:spcAft>
                <a:spcPts val="0"/>
              </a:spcAft>
              <a:buSzPts val="3000"/>
              <a:buFont typeface="Poppins ExtraBold"/>
              <a:buNone/>
              <a:defRPr b="0" sz="300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sz="300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sz="300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sz="300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sz="300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sz="300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sz="300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sz="3000">
                <a:latin typeface="Poppins ExtraBold"/>
                <a:ea typeface="Poppins ExtraBold"/>
                <a:cs typeface="Poppins ExtraBold"/>
                <a:sym typeface="Poppins ExtraBold"/>
              </a:defRPr>
            </a:lvl9pPr>
          </a:lstStyle>
          <a:p>
            <a:r>
              <a:t>xx%</a:t>
            </a:r>
          </a:p>
        </p:txBody>
      </p:sp>
      <p:sp>
        <p:nvSpPr>
          <p:cNvPr id="82" name="Google Shape;82;p13"/>
          <p:cNvSpPr txBox="1"/>
          <p:nvPr>
            <p:ph hasCustomPrompt="1" idx="6" type="title"/>
          </p:nvPr>
        </p:nvSpPr>
        <p:spPr>
          <a:xfrm>
            <a:off x="6074525" y="1884758"/>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2100"/>
            </a:lvl1pPr>
            <a:lvl2pPr lvl="1" rtl="0">
              <a:spcBef>
                <a:spcPts val="0"/>
              </a:spcBef>
              <a:spcAft>
                <a:spcPts val="0"/>
              </a:spcAft>
              <a:buSzPts val="3000"/>
              <a:buFont typeface="Poppins ExtraBold"/>
              <a:buNone/>
              <a:defRPr b="0" sz="300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sz="300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sz="300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sz="300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sz="300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sz="300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sz="300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sz="3000">
                <a:latin typeface="Poppins ExtraBold"/>
                <a:ea typeface="Poppins ExtraBold"/>
                <a:cs typeface="Poppins ExtraBold"/>
                <a:sym typeface="Poppins ExtraBold"/>
              </a:defRPr>
            </a:lvl9pPr>
          </a:lstStyle>
          <a:p>
            <a:r>
              <a:t>xx%</a:t>
            </a:r>
          </a:p>
        </p:txBody>
      </p:sp>
      <p:sp>
        <p:nvSpPr>
          <p:cNvPr id="83" name="Google Shape;83;p13"/>
          <p:cNvSpPr txBox="1"/>
          <p:nvPr>
            <p:ph hasCustomPrompt="1" idx="7" type="title"/>
          </p:nvPr>
        </p:nvSpPr>
        <p:spPr>
          <a:xfrm>
            <a:off x="6074525" y="3219091"/>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2100"/>
            </a:lvl1pPr>
            <a:lvl2pPr lvl="1" rtl="0">
              <a:spcBef>
                <a:spcPts val="0"/>
              </a:spcBef>
              <a:spcAft>
                <a:spcPts val="0"/>
              </a:spcAft>
              <a:buSzPts val="3000"/>
              <a:buFont typeface="Poppins ExtraBold"/>
              <a:buNone/>
              <a:defRPr b="0" sz="300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sz="300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sz="300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sz="300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sz="300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sz="300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sz="300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sz="3000">
                <a:latin typeface="Poppins ExtraBold"/>
                <a:ea typeface="Poppins ExtraBold"/>
                <a:cs typeface="Poppins ExtraBold"/>
                <a:sym typeface="Poppins ExtraBold"/>
              </a:defRPr>
            </a:lvl9pPr>
          </a:lstStyle>
          <a:p>
            <a:r>
              <a:t>xx%</a:t>
            </a:r>
          </a:p>
        </p:txBody>
      </p:sp>
      <p:sp>
        <p:nvSpPr>
          <p:cNvPr id="84" name="Google Shape;84;p13"/>
          <p:cNvSpPr txBox="1"/>
          <p:nvPr>
            <p:ph idx="1" type="subTitle"/>
          </p:nvPr>
        </p:nvSpPr>
        <p:spPr>
          <a:xfrm>
            <a:off x="847850" y="2207250"/>
            <a:ext cx="2305500" cy="51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85" name="Google Shape;85;p13"/>
          <p:cNvSpPr txBox="1"/>
          <p:nvPr>
            <p:ph idx="8" type="subTitle"/>
          </p:nvPr>
        </p:nvSpPr>
        <p:spPr>
          <a:xfrm>
            <a:off x="3461188" y="2207250"/>
            <a:ext cx="2305500" cy="51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86" name="Google Shape;86;p13"/>
          <p:cNvSpPr txBox="1"/>
          <p:nvPr>
            <p:ph idx="9" type="subTitle"/>
          </p:nvPr>
        </p:nvSpPr>
        <p:spPr>
          <a:xfrm>
            <a:off x="6074525" y="2207250"/>
            <a:ext cx="2305500" cy="51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87" name="Google Shape;87;p13"/>
          <p:cNvSpPr txBox="1"/>
          <p:nvPr>
            <p:ph idx="13" type="subTitle"/>
          </p:nvPr>
        </p:nvSpPr>
        <p:spPr>
          <a:xfrm>
            <a:off x="847850" y="3541650"/>
            <a:ext cx="2305500" cy="5142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88" name="Google Shape;88;p13"/>
          <p:cNvSpPr txBox="1"/>
          <p:nvPr>
            <p:ph idx="14" type="subTitle"/>
          </p:nvPr>
        </p:nvSpPr>
        <p:spPr>
          <a:xfrm>
            <a:off x="3461188" y="3541650"/>
            <a:ext cx="2305500" cy="5142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89" name="Google Shape;89;p13"/>
          <p:cNvSpPr txBox="1"/>
          <p:nvPr>
            <p:ph idx="15" type="subTitle"/>
          </p:nvPr>
        </p:nvSpPr>
        <p:spPr>
          <a:xfrm>
            <a:off x="6074525" y="3541650"/>
            <a:ext cx="2305500" cy="5142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90" name="Google Shape;90;p13"/>
          <p:cNvSpPr/>
          <p:nvPr/>
        </p:nvSpPr>
        <p:spPr>
          <a:xfrm rot="5400000">
            <a:off x="6957475" y="-843175"/>
            <a:ext cx="4130700" cy="11841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91" name="Shape 91"/>
        <p:cNvGrpSpPr/>
        <p:nvPr/>
      </p:nvGrpSpPr>
      <p:grpSpPr>
        <a:xfrm>
          <a:off x="0" y="0"/>
          <a:ext cx="0" cy="0"/>
          <a:chOff x="0" y="0"/>
          <a:chExt cx="0" cy="0"/>
        </a:xfrm>
      </p:grpSpPr>
      <p:sp>
        <p:nvSpPr>
          <p:cNvPr id="92" name="Google Shape;92;p14"/>
          <p:cNvSpPr txBox="1"/>
          <p:nvPr>
            <p:ph type="title"/>
          </p:nvPr>
        </p:nvSpPr>
        <p:spPr>
          <a:xfrm>
            <a:off x="2289575" y="537275"/>
            <a:ext cx="2641200" cy="4827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spcBef>
                <a:spcPts val="120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3" name="Google Shape;93;p14"/>
          <p:cNvSpPr/>
          <p:nvPr/>
        </p:nvSpPr>
        <p:spPr>
          <a:xfrm flipH="1" rot="10800000">
            <a:off x="714225" y="-3825"/>
            <a:ext cx="8429700" cy="41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rot="5400000">
            <a:off x="7109875" y="479675"/>
            <a:ext cx="4130700" cy="11841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95" name="Shape 95"/>
        <p:cNvGrpSpPr/>
        <p:nvPr/>
      </p:nvGrpSpPr>
      <p:grpSpPr>
        <a:xfrm>
          <a:off x="0" y="0"/>
          <a:ext cx="0" cy="0"/>
          <a:chOff x="0" y="0"/>
          <a:chExt cx="0" cy="0"/>
        </a:xfrm>
      </p:grpSpPr>
      <p:sp>
        <p:nvSpPr>
          <p:cNvPr id="96" name="Google Shape;96;p15"/>
          <p:cNvSpPr/>
          <p:nvPr/>
        </p:nvSpPr>
        <p:spPr>
          <a:xfrm>
            <a:off x="0" y="0"/>
            <a:ext cx="4186500" cy="3256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txBox="1"/>
          <p:nvPr>
            <p:ph type="title"/>
          </p:nvPr>
        </p:nvSpPr>
        <p:spPr>
          <a:xfrm>
            <a:off x="6039850" y="2352950"/>
            <a:ext cx="2391000" cy="963600"/>
          </a:xfrm>
          <a:prstGeom prst="rect">
            <a:avLst/>
          </a:prstGeom>
        </p:spPr>
        <p:txBody>
          <a:bodyPr anchorCtr="0" anchor="b" bIns="91425" lIns="91425" spcFirstLastPara="1" rIns="91425" wrap="square" tIns="91425">
            <a:noAutofit/>
          </a:bodyPr>
          <a:lstStyle>
            <a:lvl1pPr lvl="0" rtl="0">
              <a:spcBef>
                <a:spcPts val="0"/>
              </a:spcBef>
              <a:spcAft>
                <a:spcPts val="0"/>
              </a:spcAft>
              <a:buSzPts val="27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8" name="Google Shape;98;p15"/>
          <p:cNvSpPr txBox="1"/>
          <p:nvPr>
            <p:ph idx="1" type="subTitle"/>
          </p:nvPr>
        </p:nvSpPr>
        <p:spPr>
          <a:xfrm>
            <a:off x="6039850" y="3282652"/>
            <a:ext cx="2391000" cy="132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9" name="Google Shape;99;p15"/>
          <p:cNvSpPr/>
          <p:nvPr>
            <p:ph idx="2" type="pic"/>
          </p:nvPr>
        </p:nvSpPr>
        <p:spPr>
          <a:xfrm>
            <a:off x="3640625" y="456000"/>
            <a:ext cx="3567600" cy="1592700"/>
          </a:xfrm>
          <a:prstGeom prst="rect">
            <a:avLst/>
          </a:prstGeom>
          <a:noFill/>
          <a:ln>
            <a:noFill/>
          </a:ln>
        </p:spPr>
      </p:sp>
      <p:sp>
        <p:nvSpPr>
          <p:cNvPr id="100" name="Google Shape;100;p15"/>
          <p:cNvSpPr/>
          <p:nvPr>
            <p:ph idx="3" type="pic"/>
          </p:nvPr>
        </p:nvSpPr>
        <p:spPr>
          <a:xfrm>
            <a:off x="456400" y="456000"/>
            <a:ext cx="3187500" cy="4687500"/>
          </a:xfrm>
          <a:prstGeom prst="rect">
            <a:avLst/>
          </a:prstGeom>
          <a:noFill/>
          <a:ln>
            <a:noFill/>
          </a:ln>
        </p:spPr>
      </p:sp>
      <p:sp>
        <p:nvSpPr>
          <p:cNvPr id="101" name="Google Shape;101;p15"/>
          <p:cNvSpPr/>
          <p:nvPr>
            <p:ph idx="4" type="pic"/>
          </p:nvPr>
        </p:nvSpPr>
        <p:spPr>
          <a:xfrm>
            <a:off x="3643800" y="2048575"/>
            <a:ext cx="2104500" cy="30951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102" name="Shape 102"/>
        <p:cNvGrpSpPr/>
        <p:nvPr/>
      </p:nvGrpSpPr>
      <p:grpSpPr>
        <a:xfrm>
          <a:off x="0" y="0"/>
          <a:ext cx="0" cy="0"/>
          <a:chOff x="0" y="0"/>
          <a:chExt cx="0" cy="0"/>
        </a:xfrm>
      </p:grpSpPr>
      <p:sp>
        <p:nvSpPr>
          <p:cNvPr id="103" name="Google Shape;103;p16"/>
          <p:cNvSpPr/>
          <p:nvPr/>
        </p:nvSpPr>
        <p:spPr>
          <a:xfrm>
            <a:off x="5381100" y="0"/>
            <a:ext cx="3763200" cy="480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txBox="1"/>
          <p:nvPr>
            <p:ph type="title"/>
          </p:nvPr>
        </p:nvSpPr>
        <p:spPr>
          <a:xfrm>
            <a:off x="722375" y="448051"/>
            <a:ext cx="2246100" cy="9342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5" name="Google Shape;105;p16"/>
          <p:cNvSpPr txBox="1"/>
          <p:nvPr>
            <p:ph idx="1" type="subTitle"/>
          </p:nvPr>
        </p:nvSpPr>
        <p:spPr>
          <a:xfrm>
            <a:off x="722375" y="1422025"/>
            <a:ext cx="2246100" cy="102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06" name="Google Shape;106;p16"/>
          <p:cNvSpPr/>
          <p:nvPr>
            <p:ph idx="2" type="pic"/>
          </p:nvPr>
        </p:nvSpPr>
        <p:spPr>
          <a:xfrm>
            <a:off x="5884700" y="480600"/>
            <a:ext cx="3259500" cy="4662900"/>
          </a:xfrm>
          <a:prstGeom prst="rect">
            <a:avLst/>
          </a:prstGeom>
          <a:noFill/>
          <a:ln>
            <a:noFill/>
          </a:ln>
        </p:spPr>
      </p:sp>
      <p:sp>
        <p:nvSpPr>
          <p:cNvPr id="107" name="Google Shape;107;p16"/>
          <p:cNvSpPr/>
          <p:nvPr>
            <p:ph idx="3" type="pic"/>
          </p:nvPr>
        </p:nvSpPr>
        <p:spPr>
          <a:xfrm>
            <a:off x="3690500" y="480626"/>
            <a:ext cx="2194200" cy="4662900"/>
          </a:xfrm>
          <a:prstGeom prst="rect">
            <a:avLst/>
          </a:prstGeom>
          <a:noFill/>
          <a:ln>
            <a:noFill/>
          </a:ln>
        </p:spPr>
      </p:sp>
      <p:sp>
        <p:nvSpPr>
          <p:cNvPr id="108" name="Google Shape;108;p16"/>
          <p:cNvSpPr/>
          <p:nvPr>
            <p:ph idx="4" type="pic"/>
          </p:nvPr>
        </p:nvSpPr>
        <p:spPr>
          <a:xfrm>
            <a:off x="356100" y="3069325"/>
            <a:ext cx="3334500" cy="20742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109" name="Shape 109"/>
        <p:cNvGrpSpPr/>
        <p:nvPr/>
      </p:nvGrpSpPr>
      <p:grpSpPr>
        <a:xfrm>
          <a:off x="0" y="0"/>
          <a:ext cx="0" cy="0"/>
          <a:chOff x="0" y="0"/>
          <a:chExt cx="0" cy="0"/>
        </a:xfrm>
      </p:grpSpPr>
      <p:sp>
        <p:nvSpPr>
          <p:cNvPr id="110" name="Google Shape;110;p17"/>
          <p:cNvSpPr/>
          <p:nvPr/>
        </p:nvSpPr>
        <p:spPr>
          <a:xfrm flipH="1" rot="10800000">
            <a:off x="6312755" y="-10400"/>
            <a:ext cx="2836200" cy="5168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7"/>
          <p:cNvSpPr txBox="1"/>
          <p:nvPr>
            <p:ph type="title"/>
          </p:nvPr>
        </p:nvSpPr>
        <p:spPr>
          <a:xfrm>
            <a:off x="722376" y="445025"/>
            <a:ext cx="2298000" cy="9690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2" name="Google Shape;112;p17"/>
          <p:cNvSpPr txBox="1"/>
          <p:nvPr>
            <p:ph idx="1" type="subTitle"/>
          </p:nvPr>
        </p:nvSpPr>
        <p:spPr>
          <a:xfrm>
            <a:off x="1069150" y="1506625"/>
            <a:ext cx="4603200" cy="296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grpSp>
        <p:nvGrpSpPr>
          <p:cNvPr id="113" name="Google Shape;113;p17"/>
          <p:cNvGrpSpPr/>
          <p:nvPr/>
        </p:nvGrpSpPr>
        <p:grpSpPr>
          <a:xfrm>
            <a:off x="-967750" y="1592700"/>
            <a:ext cx="4156800" cy="4347750"/>
            <a:chOff x="-967750" y="1592700"/>
            <a:chExt cx="4156800" cy="4347750"/>
          </a:xfrm>
        </p:grpSpPr>
        <p:sp>
          <p:nvSpPr>
            <p:cNvPr id="114" name="Google Shape;114;p17"/>
            <p:cNvSpPr/>
            <p:nvPr/>
          </p:nvSpPr>
          <p:spPr>
            <a:xfrm rot="10800000">
              <a:off x="-967750" y="4756350"/>
              <a:ext cx="4156800" cy="11841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5" name="Google Shape;115;p17"/>
            <p:cNvCxnSpPr/>
            <p:nvPr/>
          </p:nvCxnSpPr>
          <p:spPr>
            <a:xfrm>
              <a:off x="821225" y="1592700"/>
              <a:ext cx="0" cy="35511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0_1_1">
    <p:spTree>
      <p:nvGrpSpPr>
        <p:cNvPr id="116" name="Shape 116"/>
        <p:cNvGrpSpPr/>
        <p:nvPr/>
      </p:nvGrpSpPr>
      <p:grpSpPr>
        <a:xfrm>
          <a:off x="0" y="0"/>
          <a:ext cx="0" cy="0"/>
          <a:chOff x="0" y="0"/>
          <a:chExt cx="0" cy="0"/>
        </a:xfrm>
      </p:grpSpPr>
      <p:sp>
        <p:nvSpPr>
          <p:cNvPr id="117" name="Google Shape;117;p18"/>
          <p:cNvSpPr txBox="1"/>
          <p:nvPr>
            <p:ph type="title"/>
          </p:nvPr>
        </p:nvSpPr>
        <p:spPr>
          <a:xfrm>
            <a:off x="713250" y="445025"/>
            <a:ext cx="2774700" cy="9144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8" name="Google Shape;118;p18"/>
          <p:cNvSpPr txBox="1"/>
          <p:nvPr>
            <p:ph idx="1" type="subTitle"/>
          </p:nvPr>
        </p:nvSpPr>
        <p:spPr>
          <a:xfrm>
            <a:off x="713250" y="1424725"/>
            <a:ext cx="2377500" cy="335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1600"/>
              </a:spcBef>
              <a:spcAft>
                <a:spcPts val="0"/>
              </a:spcAft>
              <a:buSzPts val="1200"/>
              <a:buChar char="■"/>
              <a:defRPr/>
            </a:lvl3pPr>
            <a:lvl4pPr lvl="3" rtl="0" algn="ctr">
              <a:lnSpc>
                <a:spcPct val="100000"/>
              </a:lnSpc>
              <a:spcBef>
                <a:spcPts val="1600"/>
              </a:spcBef>
              <a:spcAft>
                <a:spcPts val="0"/>
              </a:spcAft>
              <a:buSzPts val="1200"/>
              <a:buChar char="●"/>
              <a:defRPr/>
            </a:lvl4pPr>
            <a:lvl5pPr lvl="4" rtl="0" algn="ctr">
              <a:lnSpc>
                <a:spcPct val="100000"/>
              </a:lnSpc>
              <a:spcBef>
                <a:spcPts val="1600"/>
              </a:spcBef>
              <a:spcAft>
                <a:spcPts val="0"/>
              </a:spcAft>
              <a:buSzPts val="1200"/>
              <a:buChar char="○"/>
              <a:defRPr/>
            </a:lvl5pPr>
            <a:lvl6pPr lvl="5" rtl="0" algn="ctr">
              <a:lnSpc>
                <a:spcPct val="100000"/>
              </a:lnSpc>
              <a:spcBef>
                <a:spcPts val="1600"/>
              </a:spcBef>
              <a:spcAft>
                <a:spcPts val="0"/>
              </a:spcAft>
              <a:buSzPts val="1200"/>
              <a:buChar char="■"/>
              <a:defRPr/>
            </a:lvl6pPr>
            <a:lvl7pPr lvl="6" rtl="0" algn="ctr">
              <a:lnSpc>
                <a:spcPct val="100000"/>
              </a:lnSpc>
              <a:spcBef>
                <a:spcPts val="1600"/>
              </a:spcBef>
              <a:spcAft>
                <a:spcPts val="0"/>
              </a:spcAft>
              <a:buSzPts val="1200"/>
              <a:buChar char="●"/>
              <a:defRPr/>
            </a:lvl7pPr>
            <a:lvl8pPr lvl="7" rtl="0" algn="ctr">
              <a:lnSpc>
                <a:spcPct val="100000"/>
              </a:lnSpc>
              <a:spcBef>
                <a:spcPts val="1600"/>
              </a:spcBef>
              <a:spcAft>
                <a:spcPts val="0"/>
              </a:spcAft>
              <a:buSzPts val="1200"/>
              <a:buChar char="○"/>
              <a:defRPr/>
            </a:lvl8pPr>
            <a:lvl9pPr lvl="8" rtl="0" algn="ctr">
              <a:lnSpc>
                <a:spcPct val="100000"/>
              </a:lnSpc>
              <a:spcBef>
                <a:spcPts val="1600"/>
              </a:spcBef>
              <a:spcAft>
                <a:spcPts val="1600"/>
              </a:spcAft>
              <a:buSzPts val="1200"/>
              <a:buChar char="■"/>
              <a:defRPr/>
            </a:lvl9pPr>
          </a:lstStyle>
          <a:p/>
        </p:txBody>
      </p:sp>
      <p:sp>
        <p:nvSpPr>
          <p:cNvPr id="119" name="Google Shape;119;p18"/>
          <p:cNvSpPr/>
          <p:nvPr/>
        </p:nvSpPr>
        <p:spPr>
          <a:xfrm flipH="1" rot="10800000">
            <a:off x="8660350" y="-10300"/>
            <a:ext cx="514200" cy="5151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0" name="Google Shape;120;p18"/>
          <p:cNvCxnSpPr/>
          <p:nvPr/>
        </p:nvCxnSpPr>
        <p:spPr>
          <a:xfrm rot="10800000">
            <a:off x="150" y="217825"/>
            <a:ext cx="9194700" cy="0"/>
          </a:xfrm>
          <a:prstGeom prst="straightConnector1">
            <a:avLst/>
          </a:prstGeom>
          <a:noFill/>
          <a:ln cap="flat" cmpd="sng" w="9525">
            <a:solidFill>
              <a:schemeClr val="dk1"/>
            </a:solidFill>
            <a:prstDash val="solid"/>
            <a:round/>
            <a:headEnd len="med" w="med" type="none"/>
            <a:tailEnd len="med" w="med" type="none"/>
          </a:ln>
        </p:spPr>
      </p:cxnSp>
      <p:sp>
        <p:nvSpPr>
          <p:cNvPr id="121" name="Google Shape;121;p18"/>
          <p:cNvSpPr/>
          <p:nvPr/>
        </p:nvSpPr>
        <p:spPr>
          <a:xfrm>
            <a:off x="4947100" y="-1893175"/>
            <a:ext cx="5286000" cy="23382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0_1_1_1">
    <p:spTree>
      <p:nvGrpSpPr>
        <p:cNvPr id="122" name="Shape 122"/>
        <p:cNvGrpSpPr/>
        <p:nvPr/>
      </p:nvGrpSpPr>
      <p:grpSpPr>
        <a:xfrm>
          <a:off x="0" y="0"/>
          <a:ext cx="0" cy="0"/>
          <a:chOff x="0" y="0"/>
          <a:chExt cx="0" cy="0"/>
        </a:xfrm>
      </p:grpSpPr>
      <p:sp>
        <p:nvSpPr>
          <p:cNvPr id="123" name="Google Shape;123;p19"/>
          <p:cNvSpPr txBox="1"/>
          <p:nvPr>
            <p:ph type="title"/>
          </p:nvPr>
        </p:nvSpPr>
        <p:spPr>
          <a:xfrm>
            <a:off x="713250" y="445025"/>
            <a:ext cx="3200400" cy="6429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4" name="Google Shape;124;p19"/>
          <p:cNvSpPr txBox="1"/>
          <p:nvPr>
            <p:ph idx="1" type="subTitle"/>
          </p:nvPr>
        </p:nvSpPr>
        <p:spPr>
          <a:xfrm>
            <a:off x="1388425" y="1088000"/>
            <a:ext cx="5938800" cy="3371100"/>
          </a:xfrm>
          <a:prstGeom prst="rect">
            <a:avLst/>
          </a:prstGeom>
        </p:spPr>
        <p:txBody>
          <a:bodyPr anchorCtr="0" anchor="t" bIns="91425" lIns="91425" spcFirstLastPara="1" rIns="91425" wrap="square" tIns="91425">
            <a:noAutofit/>
          </a:bodyPr>
          <a:lstStyle>
            <a:lvl1pPr lvl="0" rtl="0">
              <a:lnSpc>
                <a:spcPct val="100000"/>
              </a:lnSpc>
              <a:spcBef>
                <a:spcPts val="30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1600"/>
              </a:spcBef>
              <a:spcAft>
                <a:spcPts val="0"/>
              </a:spcAft>
              <a:buSzPts val="1200"/>
              <a:buChar char="■"/>
              <a:defRPr/>
            </a:lvl3pPr>
            <a:lvl4pPr lvl="3" rtl="0" algn="ctr">
              <a:lnSpc>
                <a:spcPct val="100000"/>
              </a:lnSpc>
              <a:spcBef>
                <a:spcPts val="1600"/>
              </a:spcBef>
              <a:spcAft>
                <a:spcPts val="0"/>
              </a:spcAft>
              <a:buSzPts val="1200"/>
              <a:buChar char="●"/>
              <a:defRPr/>
            </a:lvl4pPr>
            <a:lvl5pPr lvl="4" rtl="0" algn="ctr">
              <a:lnSpc>
                <a:spcPct val="100000"/>
              </a:lnSpc>
              <a:spcBef>
                <a:spcPts val="1600"/>
              </a:spcBef>
              <a:spcAft>
                <a:spcPts val="0"/>
              </a:spcAft>
              <a:buSzPts val="1200"/>
              <a:buChar char="○"/>
              <a:defRPr/>
            </a:lvl5pPr>
            <a:lvl6pPr lvl="5" rtl="0" algn="ctr">
              <a:lnSpc>
                <a:spcPct val="100000"/>
              </a:lnSpc>
              <a:spcBef>
                <a:spcPts val="1600"/>
              </a:spcBef>
              <a:spcAft>
                <a:spcPts val="0"/>
              </a:spcAft>
              <a:buSzPts val="1200"/>
              <a:buChar char="■"/>
              <a:defRPr/>
            </a:lvl6pPr>
            <a:lvl7pPr lvl="6" rtl="0" algn="ctr">
              <a:lnSpc>
                <a:spcPct val="100000"/>
              </a:lnSpc>
              <a:spcBef>
                <a:spcPts val="1600"/>
              </a:spcBef>
              <a:spcAft>
                <a:spcPts val="0"/>
              </a:spcAft>
              <a:buSzPts val="1200"/>
              <a:buChar char="●"/>
              <a:defRPr/>
            </a:lvl7pPr>
            <a:lvl8pPr lvl="7" rtl="0" algn="ctr">
              <a:lnSpc>
                <a:spcPct val="100000"/>
              </a:lnSpc>
              <a:spcBef>
                <a:spcPts val="1600"/>
              </a:spcBef>
              <a:spcAft>
                <a:spcPts val="0"/>
              </a:spcAft>
              <a:buSzPts val="1200"/>
              <a:buChar char="○"/>
              <a:defRPr/>
            </a:lvl8pPr>
            <a:lvl9pPr lvl="8" rtl="0" algn="ctr">
              <a:lnSpc>
                <a:spcPct val="100000"/>
              </a:lnSpc>
              <a:spcBef>
                <a:spcPts val="1600"/>
              </a:spcBef>
              <a:spcAft>
                <a:spcPts val="1600"/>
              </a:spcAft>
              <a:buSzPts val="1200"/>
              <a:buChar char="■"/>
              <a:defRPr/>
            </a:lvl9pPr>
          </a:lstStyle>
          <a:p/>
        </p:txBody>
      </p:sp>
      <p:sp>
        <p:nvSpPr>
          <p:cNvPr id="125" name="Google Shape;125;p19"/>
          <p:cNvSpPr/>
          <p:nvPr/>
        </p:nvSpPr>
        <p:spPr>
          <a:xfrm flipH="1" rot="10800000">
            <a:off x="-7325" y="-10300"/>
            <a:ext cx="514200" cy="5151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 name="Google Shape;126;p19"/>
          <p:cNvCxnSpPr/>
          <p:nvPr/>
        </p:nvCxnSpPr>
        <p:spPr>
          <a:xfrm>
            <a:off x="8430775" y="-82075"/>
            <a:ext cx="0" cy="5621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27" name="Shape 127"/>
        <p:cNvGrpSpPr/>
        <p:nvPr/>
      </p:nvGrpSpPr>
      <p:grpSpPr>
        <a:xfrm>
          <a:off x="0" y="0"/>
          <a:ext cx="0" cy="0"/>
          <a:chOff x="0" y="0"/>
          <a:chExt cx="0" cy="0"/>
        </a:xfrm>
      </p:grpSpPr>
      <p:sp>
        <p:nvSpPr>
          <p:cNvPr id="128" name="Google Shape;128;p20"/>
          <p:cNvSpPr/>
          <p:nvPr/>
        </p:nvSpPr>
        <p:spPr>
          <a:xfrm flipH="1" rot="10800000">
            <a:off x="-7325" y="4665500"/>
            <a:ext cx="9155100" cy="552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0"/>
          <p:cNvSpPr txBox="1"/>
          <p:nvPr>
            <p:ph type="title"/>
          </p:nvPr>
        </p:nvSpPr>
        <p:spPr>
          <a:xfrm>
            <a:off x="720000" y="445025"/>
            <a:ext cx="3200400" cy="12801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p:txBody>
      </p:sp>
      <p:sp>
        <p:nvSpPr>
          <p:cNvPr id="130" name="Google Shape;130;p20"/>
          <p:cNvSpPr txBox="1"/>
          <p:nvPr>
            <p:ph idx="1" type="subTitle"/>
          </p:nvPr>
        </p:nvSpPr>
        <p:spPr>
          <a:xfrm>
            <a:off x="847850" y="3227475"/>
            <a:ext cx="2348100" cy="123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31" name="Google Shape;131;p20"/>
          <p:cNvSpPr txBox="1"/>
          <p:nvPr>
            <p:ph idx="2" type="subTitle"/>
          </p:nvPr>
        </p:nvSpPr>
        <p:spPr>
          <a:xfrm>
            <a:off x="3461200" y="3227475"/>
            <a:ext cx="2348100" cy="123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32" name="Google Shape;132;p20"/>
          <p:cNvSpPr txBox="1"/>
          <p:nvPr>
            <p:ph idx="3" type="subTitle"/>
          </p:nvPr>
        </p:nvSpPr>
        <p:spPr>
          <a:xfrm>
            <a:off x="6074525" y="3227476"/>
            <a:ext cx="2348100" cy="123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33" name="Google Shape;133;p20"/>
          <p:cNvSpPr txBox="1"/>
          <p:nvPr>
            <p:ph idx="4" type="subTitle"/>
          </p:nvPr>
        </p:nvSpPr>
        <p:spPr>
          <a:xfrm>
            <a:off x="847850" y="2872450"/>
            <a:ext cx="2348100" cy="443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134" name="Google Shape;134;p20"/>
          <p:cNvSpPr txBox="1"/>
          <p:nvPr>
            <p:ph idx="5" type="subTitle"/>
          </p:nvPr>
        </p:nvSpPr>
        <p:spPr>
          <a:xfrm>
            <a:off x="3461204" y="2872450"/>
            <a:ext cx="2348100" cy="443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135" name="Google Shape;135;p20"/>
          <p:cNvSpPr txBox="1"/>
          <p:nvPr>
            <p:ph idx="6" type="subTitle"/>
          </p:nvPr>
        </p:nvSpPr>
        <p:spPr>
          <a:xfrm>
            <a:off x="6074525" y="2872450"/>
            <a:ext cx="2348100" cy="443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136" name="Google Shape;136;p20"/>
          <p:cNvSpPr/>
          <p:nvPr/>
        </p:nvSpPr>
        <p:spPr>
          <a:xfrm>
            <a:off x="6685175" y="-797000"/>
            <a:ext cx="4130700" cy="11841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37" name="Shape 137"/>
        <p:cNvGrpSpPr/>
        <p:nvPr/>
      </p:nvGrpSpPr>
      <p:grpSpPr>
        <a:xfrm>
          <a:off x="0" y="0"/>
          <a:ext cx="0" cy="0"/>
          <a:chOff x="0" y="0"/>
          <a:chExt cx="0" cy="0"/>
        </a:xfrm>
      </p:grpSpPr>
      <p:sp>
        <p:nvSpPr>
          <p:cNvPr id="138" name="Google Shape;138;p21"/>
          <p:cNvSpPr/>
          <p:nvPr/>
        </p:nvSpPr>
        <p:spPr>
          <a:xfrm flipH="1" rot="10800000">
            <a:off x="4741200" y="-9200"/>
            <a:ext cx="4402800" cy="548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1"/>
          <p:cNvSpPr/>
          <p:nvPr/>
        </p:nvSpPr>
        <p:spPr>
          <a:xfrm rot="10800000">
            <a:off x="-3280900" y="4770125"/>
            <a:ext cx="6876900" cy="11841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1"/>
          <p:cNvSpPr txBox="1"/>
          <p:nvPr>
            <p:ph type="title"/>
          </p:nvPr>
        </p:nvSpPr>
        <p:spPr>
          <a:xfrm>
            <a:off x="720000" y="445025"/>
            <a:ext cx="3200400" cy="9144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p:txBody>
      </p:sp>
      <p:sp>
        <p:nvSpPr>
          <p:cNvPr id="141" name="Google Shape;141;p21"/>
          <p:cNvSpPr txBox="1"/>
          <p:nvPr>
            <p:ph idx="1" type="subTitle"/>
          </p:nvPr>
        </p:nvSpPr>
        <p:spPr>
          <a:xfrm>
            <a:off x="1213725" y="2173281"/>
            <a:ext cx="31866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42" name="Google Shape;142;p21"/>
          <p:cNvSpPr txBox="1"/>
          <p:nvPr>
            <p:ph idx="2" type="subTitle"/>
          </p:nvPr>
        </p:nvSpPr>
        <p:spPr>
          <a:xfrm>
            <a:off x="4789822" y="2173276"/>
            <a:ext cx="32928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43" name="Google Shape;143;p21"/>
          <p:cNvSpPr txBox="1"/>
          <p:nvPr>
            <p:ph idx="3" type="subTitle"/>
          </p:nvPr>
        </p:nvSpPr>
        <p:spPr>
          <a:xfrm>
            <a:off x="1213725" y="3529325"/>
            <a:ext cx="31866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44" name="Google Shape;144;p21"/>
          <p:cNvSpPr txBox="1"/>
          <p:nvPr>
            <p:ph idx="4" type="subTitle"/>
          </p:nvPr>
        </p:nvSpPr>
        <p:spPr>
          <a:xfrm>
            <a:off x="4789821" y="3529325"/>
            <a:ext cx="32928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45" name="Google Shape;145;p21"/>
          <p:cNvSpPr txBox="1"/>
          <p:nvPr>
            <p:ph idx="5" type="subTitle"/>
          </p:nvPr>
        </p:nvSpPr>
        <p:spPr>
          <a:xfrm>
            <a:off x="1213728" y="1881829"/>
            <a:ext cx="31866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Poppins"/>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a:buNone/>
              <a:defRPr b="1" sz="2400">
                <a:latin typeface="Poppins"/>
                <a:ea typeface="Poppins"/>
                <a:cs typeface="Poppins"/>
                <a:sym typeface="Poppins"/>
              </a:defRPr>
            </a:lvl2pPr>
            <a:lvl3pPr lvl="2" rtl="0" algn="ctr">
              <a:lnSpc>
                <a:spcPct val="100000"/>
              </a:lnSpc>
              <a:spcBef>
                <a:spcPts val="0"/>
              </a:spcBef>
              <a:spcAft>
                <a:spcPts val="0"/>
              </a:spcAft>
              <a:buSzPts val="2400"/>
              <a:buFont typeface="Poppins"/>
              <a:buNone/>
              <a:defRPr b="1" sz="2400">
                <a:latin typeface="Poppins"/>
                <a:ea typeface="Poppins"/>
                <a:cs typeface="Poppins"/>
                <a:sym typeface="Poppins"/>
              </a:defRPr>
            </a:lvl3pPr>
            <a:lvl4pPr lvl="3" rtl="0" algn="ctr">
              <a:lnSpc>
                <a:spcPct val="100000"/>
              </a:lnSpc>
              <a:spcBef>
                <a:spcPts val="0"/>
              </a:spcBef>
              <a:spcAft>
                <a:spcPts val="0"/>
              </a:spcAft>
              <a:buSzPts val="2400"/>
              <a:buFont typeface="Poppins"/>
              <a:buNone/>
              <a:defRPr b="1" sz="2400">
                <a:latin typeface="Poppins"/>
                <a:ea typeface="Poppins"/>
                <a:cs typeface="Poppins"/>
                <a:sym typeface="Poppins"/>
              </a:defRPr>
            </a:lvl4pPr>
            <a:lvl5pPr lvl="4" rtl="0" algn="ctr">
              <a:lnSpc>
                <a:spcPct val="100000"/>
              </a:lnSpc>
              <a:spcBef>
                <a:spcPts val="0"/>
              </a:spcBef>
              <a:spcAft>
                <a:spcPts val="0"/>
              </a:spcAft>
              <a:buSzPts val="2400"/>
              <a:buFont typeface="Poppins"/>
              <a:buNone/>
              <a:defRPr b="1" sz="2400">
                <a:latin typeface="Poppins"/>
                <a:ea typeface="Poppins"/>
                <a:cs typeface="Poppins"/>
                <a:sym typeface="Poppins"/>
              </a:defRPr>
            </a:lvl5pPr>
            <a:lvl6pPr lvl="5" rtl="0" algn="ctr">
              <a:lnSpc>
                <a:spcPct val="100000"/>
              </a:lnSpc>
              <a:spcBef>
                <a:spcPts val="0"/>
              </a:spcBef>
              <a:spcAft>
                <a:spcPts val="0"/>
              </a:spcAft>
              <a:buSzPts val="2400"/>
              <a:buFont typeface="Poppins"/>
              <a:buNone/>
              <a:defRPr b="1" sz="2400">
                <a:latin typeface="Poppins"/>
                <a:ea typeface="Poppins"/>
                <a:cs typeface="Poppins"/>
                <a:sym typeface="Poppins"/>
              </a:defRPr>
            </a:lvl6pPr>
            <a:lvl7pPr lvl="6" rtl="0" algn="ctr">
              <a:lnSpc>
                <a:spcPct val="100000"/>
              </a:lnSpc>
              <a:spcBef>
                <a:spcPts val="0"/>
              </a:spcBef>
              <a:spcAft>
                <a:spcPts val="0"/>
              </a:spcAft>
              <a:buSzPts val="2400"/>
              <a:buFont typeface="Poppins"/>
              <a:buNone/>
              <a:defRPr b="1" sz="2400">
                <a:latin typeface="Poppins"/>
                <a:ea typeface="Poppins"/>
                <a:cs typeface="Poppins"/>
                <a:sym typeface="Poppins"/>
              </a:defRPr>
            </a:lvl7pPr>
            <a:lvl8pPr lvl="7" rtl="0" algn="ctr">
              <a:lnSpc>
                <a:spcPct val="100000"/>
              </a:lnSpc>
              <a:spcBef>
                <a:spcPts val="0"/>
              </a:spcBef>
              <a:spcAft>
                <a:spcPts val="0"/>
              </a:spcAft>
              <a:buSzPts val="2400"/>
              <a:buFont typeface="Poppins"/>
              <a:buNone/>
              <a:defRPr b="1" sz="2400">
                <a:latin typeface="Poppins"/>
                <a:ea typeface="Poppins"/>
                <a:cs typeface="Poppins"/>
                <a:sym typeface="Poppins"/>
              </a:defRPr>
            </a:lvl8pPr>
            <a:lvl9pPr lvl="8" rtl="0" algn="ctr">
              <a:lnSpc>
                <a:spcPct val="100000"/>
              </a:lnSpc>
              <a:spcBef>
                <a:spcPts val="0"/>
              </a:spcBef>
              <a:spcAft>
                <a:spcPts val="0"/>
              </a:spcAft>
              <a:buSzPts val="2400"/>
              <a:buFont typeface="Poppins"/>
              <a:buNone/>
              <a:defRPr b="1" sz="2400">
                <a:latin typeface="Poppins"/>
                <a:ea typeface="Poppins"/>
                <a:cs typeface="Poppins"/>
                <a:sym typeface="Poppins"/>
              </a:defRPr>
            </a:lvl9pPr>
          </a:lstStyle>
          <a:p/>
        </p:txBody>
      </p:sp>
      <p:sp>
        <p:nvSpPr>
          <p:cNvPr id="146" name="Google Shape;146;p21"/>
          <p:cNvSpPr txBox="1"/>
          <p:nvPr>
            <p:ph idx="6" type="subTitle"/>
          </p:nvPr>
        </p:nvSpPr>
        <p:spPr>
          <a:xfrm>
            <a:off x="1213728" y="3237942"/>
            <a:ext cx="3186600" cy="377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147" name="Google Shape;147;p21"/>
          <p:cNvSpPr txBox="1"/>
          <p:nvPr>
            <p:ph idx="7" type="subTitle"/>
          </p:nvPr>
        </p:nvSpPr>
        <p:spPr>
          <a:xfrm>
            <a:off x="4789791" y="1881825"/>
            <a:ext cx="32928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Poppins"/>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a:buNone/>
              <a:defRPr b="1" sz="2400">
                <a:latin typeface="Poppins"/>
                <a:ea typeface="Poppins"/>
                <a:cs typeface="Poppins"/>
                <a:sym typeface="Poppins"/>
              </a:defRPr>
            </a:lvl2pPr>
            <a:lvl3pPr lvl="2" rtl="0" algn="ctr">
              <a:lnSpc>
                <a:spcPct val="100000"/>
              </a:lnSpc>
              <a:spcBef>
                <a:spcPts val="0"/>
              </a:spcBef>
              <a:spcAft>
                <a:spcPts val="0"/>
              </a:spcAft>
              <a:buSzPts val="2400"/>
              <a:buFont typeface="Poppins"/>
              <a:buNone/>
              <a:defRPr b="1" sz="2400">
                <a:latin typeface="Poppins"/>
                <a:ea typeface="Poppins"/>
                <a:cs typeface="Poppins"/>
                <a:sym typeface="Poppins"/>
              </a:defRPr>
            </a:lvl3pPr>
            <a:lvl4pPr lvl="3" rtl="0" algn="ctr">
              <a:lnSpc>
                <a:spcPct val="100000"/>
              </a:lnSpc>
              <a:spcBef>
                <a:spcPts val="0"/>
              </a:spcBef>
              <a:spcAft>
                <a:spcPts val="0"/>
              </a:spcAft>
              <a:buSzPts val="2400"/>
              <a:buFont typeface="Poppins"/>
              <a:buNone/>
              <a:defRPr b="1" sz="2400">
                <a:latin typeface="Poppins"/>
                <a:ea typeface="Poppins"/>
                <a:cs typeface="Poppins"/>
                <a:sym typeface="Poppins"/>
              </a:defRPr>
            </a:lvl4pPr>
            <a:lvl5pPr lvl="4" rtl="0" algn="ctr">
              <a:lnSpc>
                <a:spcPct val="100000"/>
              </a:lnSpc>
              <a:spcBef>
                <a:spcPts val="0"/>
              </a:spcBef>
              <a:spcAft>
                <a:spcPts val="0"/>
              </a:spcAft>
              <a:buSzPts val="2400"/>
              <a:buFont typeface="Poppins"/>
              <a:buNone/>
              <a:defRPr b="1" sz="2400">
                <a:latin typeface="Poppins"/>
                <a:ea typeface="Poppins"/>
                <a:cs typeface="Poppins"/>
                <a:sym typeface="Poppins"/>
              </a:defRPr>
            </a:lvl5pPr>
            <a:lvl6pPr lvl="5" rtl="0" algn="ctr">
              <a:lnSpc>
                <a:spcPct val="100000"/>
              </a:lnSpc>
              <a:spcBef>
                <a:spcPts val="0"/>
              </a:spcBef>
              <a:spcAft>
                <a:spcPts val="0"/>
              </a:spcAft>
              <a:buSzPts val="2400"/>
              <a:buFont typeface="Poppins"/>
              <a:buNone/>
              <a:defRPr b="1" sz="2400">
                <a:latin typeface="Poppins"/>
                <a:ea typeface="Poppins"/>
                <a:cs typeface="Poppins"/>
                <a:sym typeface="Poppins"/>
              </a:defRPr>
            </a:lvl6pPr>
            <a:lvl7pPr lvl="6" rtl="0" algn="ctr">
              <a:lnSpc>
                <a:spcPct val="100000"/>
              </a:lnSpc>
              <a:spcBef>
                <a:spcPts val="0"/>
              </a:spcBef>
              <a:spcAft>
                <a:spcPts val="0"/>
              </a:spcAft>
              <a:buSzPts val="2400"/>
              <a:buFont typeface="Poppins"/>
              <a:buNone/>
              <a:defRPr b="1" sz="2400">
                <a:latin typeface="Poppins"/>
                <a:ea typeface="Poppins"/>
                <a:cs typeface="Poppins"/>
                <a:sym typeface="Poppins"/>
              </a:defRPr>
            </a:lvl7pPr>
            <a:lvl8pPr lvl="7" rtl="0" algn="ctr">
              <a:lnSpc>
                <a:spcPct val="100000"/>
              </a:lnSpc>
              <a:spcBef>
                <a:spcPts val="0"/>
              </a:spcBef>
              <a:spcAft>
                <a:spcPts val="0"/>
              </a:spcAft>
              <a:buSzPts val="2400"/>
              <a:buFont typeface="Poppins"/>
              <a:buNone/>
              <a:defRPr b="1" sz="2400">
                <a:latin typeface="Poppins"/>
                <a:ea typeface="Poppins"/>
                <a:cs typeface="Poppins"/>
                <a:sym typeface="Poppins"/>
              </a:defRPr>
            </a:lvl8pPr>
            <a:lvl9pPr lvl="8" rtl="0" algn="ctr">
              <a:lnSpc>
                <a:spcPct val="100000"/>
              </a:lnSpc>
              <a:spcBef>
                <a:spcPts val="0"/>
              </a:spcBef>
              <a:spcAft>
                <a:spcPts val="0"/>
              </a:spcAft>
              <a:buSzPts val="2400"/>
              <a:buFont typeface="Poppins"/>
              <a:buNone/>
              <a:defRPr b="1" sz="2400">
                <a:latin typeface="Poppins"/>
                <a:ea typeface="Poppins"/>
                <a:cs typeface="Poppins"/>
                <a:sym typeface="Poppins"/>
              </a:defRPr>
            </a:lvl9pPr>
          </a:lstStyle>
          <a:p/>
        </p:txBody>
      </p:sp>
      <p:sp>
        <p:nvSpPr>
          <p:cNvPr id="148" name="Google Shape;148;p21"/>
          <p:cNvSpPr txBox="1"/>
          <p:nvPr>
            <p:ph idx="8" type="subTitle"/>
          </p:nvPr>
        </p:nvSpPr>
        <p:spPr>
          <a:xfrm>
            <a:off x="4789791" y="3237942"/>
            <a:ext cx="3292800" cy="377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49" name="Shape 149"/>
        <p:cNvGrpSpPr/>
        <p:nvPr/>
      </p:nvGrpSpPr>
      <p:grpSpPr>
        <a:xfrm>
          <a:off x="0" y="0"/>
          <a:ext cx="0" cy="0"/>
          <a:chOff x="0" y="0"/>
          <a:chExt cx="0" cy="0"/>
        </a:xfrm>
      </p:grpSpPr>
      <p:sp>
        <p:nvSpPr>
          <p:cNvPr id="150" name="Google Shape;150;p22"/>
          <p:cNvSpPr txBox="1"/>
          <p:nvPr>
            <p:ph type="title"/>
          </p:nvPr>
        </p:nvSpPr>
        <p:spPr>
          <a:xfrm>
            <a:off x="720000" y="445025"/>
            <a:ext cx="3200400" cy="9888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p:txBody>
      </p:sp>
      <p:sp>
        <p:nvSpPr>
          <p:cNvPr id="151" name="Google Shape;151;p22"/>
          <p:cNvSpPr txBox="1"/>
          <p:nvPr>
            <p:ph idx="1" type="subTitle"/>
          </p:nvPr>
        </p:nvSpPr>
        <p:spPr>
          <a:xfrm>
            <a:off x="771650" y="2233987"/>
            <a:ext cx="2432400" cy="846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52" name="Google Shape;152;p22"/>
          <p:cNvSpPr txBox="1"/>
          <p:nvPr>
            <p:ph idx="2" type="subTitle"/>
          </p:nvPr>
        </p:nvSpPr>
        <p:spPr>
          <a:xfrm>
            <a:off x="3385000" y="2233997"/>
            <a:ext cx="2432400" cy="846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53" name="Google Shape;153;p22"/>
          <p:cNvSpPr txBox="1"/>
          <p:nvPr>
            <p:ph idx="3" type="subTitle"/>
          </p:nvPr>
        </p:nvSpPr>
        <p:spPr>
          <a:xfrm>
            <a:off x="771650" y="3836800"/>
            <a:ext cx="2432400" cy="846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54" name="Google Shape;154;p22"/>
          <p:cNvSpPr txBox="1"/>
          <p:nvPr>
            <p:ph idx="4" type="subTitle"/>
          </p:nvPr>
        </p:nvSpPr>
        <p:spPr>
          <a:xfrm>
            <a:off x="3385011" y="3836801"/>
            <a:ext cx="2432400" cy="846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55" name="Google Shape;155;p22"/>
          <p:cNvSpPr txBox="1"/>
          <p:nvPr>
            <p:ph idx="5" type="subTitle"/>
          </p:nvPr>
        </p:nvSpPr>
        <p:spPr>
          <a:xfrm>
            <a:off x="5998350" y="2233994"/>
            <a:ext cx="2432400" cy="846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56" name="Google Shape;156;p22"/>
          <p:cNvSpPr txBox="1"/>
          <p:nvPr>
            <p:ph idx="6" type="subTitle"/>
          </p:nvPr>
        </p:nvSpPr>
        <p:spPr>
          <a:xfrm>
            <a:off x="5998373" y="3836801"/>
            <a:ext cx="2432400" cy="846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57" name="Google Shape;157;p22"/>
          <p:cNvSpPr txBox="1"/>
          <p:nvPr>
            <p:ph idx="7" type="subTitle"/>
          </p:nvPr>
        </p:nvSpPr>
        <p:spPr>
          <a:xfrm>
            <a:off x="771650" y="1953398"/>
            <a:ext cx="2432400" cy="43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158" name="Google Shape;158;p22"/>
          <p:cNvSpPr txBox="1"/>
          <p:nvPr>
            <p:ph idx="8" type="subTitle"/>
          </p:nvPr>
        </p:nvSpPr>
        <p:spPr>
          <a:xfrm>
            <a:off x="3386200" y="1953400"/>
            <a:ext cx="2430000" cy="43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159" name="Google Shape;159;p22"/>
          <p:cNvSpPr txBox="1"/>
          <p:nvPr>
            <p:ph idx="9" type="subTitle"/>
          </p:nvPr>
        </p:nvSpPr>
        <p:spPr>
          <a:xfrm>
            <a:off x="5998350" y="1953400"/>
            <a:ext cx="2430000" cy="43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160" name="Google Shape;160;p22"/>
          <p:cNvSpPr txBox="1"/>
          <p:nvPr>
            <p:ph idx="13" type="subTitle"/>
          </p:nvPr>
        </p:nvSpPr>
        <p:spPr>
          <a:xfrm>
            <a:off x="771650" y="3527060"/>
            <a:ext cx="2432400" cy="43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161" name="Google Shape;161;p22"/>
          <p:cNvSpPr txBox="1"/>
          <p:nvPr>
            <p:ph idx="14" type="subTitle"/>
          </p:nvPr>
        </p:nvSpPr>
        <p:spPr>
          <a:xfrm>
            <a:off x="3386200" y="3527057"/>
            <a:ext cx="2430000" cy="43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162" name="Google Shape;162;p22"/>
          <p:cNvSpPr txBox="1"/>
          <p:nvPr>
            <p:ph idx="15" type="subTitle"/>
          </p:nvPr>
        </p:nvSpPr>
        <p:spPr>
          <a:xfrm>
            <a:off x="5998350" y="3527054"/>
            <a:ext cx="2432400" cy="43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Poppins ExtraBold"/>
              <a:buNone/>
              <a:defRPr sz="18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gn="ctr">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p:txBody>
      </p:sp>
      <p:sp>
        <p:nvSpPr>
          <p:cNvPr id="163" name="Google Shape;163;p22"/>
          <p:cNvSpPr/>
          <p:nvPr/>
        </p:nvSpPr>
        <p:spPr>
          <a:xfrm rot="10800000">
            <a:off x="5282375" y="-797000"/>
            <a:ext cx="4786800" cy="11841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2"/>
          <p:cNvSpPr/>
          <p:nvPr/>
        </p:nvSpPr>
        <p:spPr>
          <a:xfrm flipH="1" rot="10800000">
            <a:off x="-7325" y="4970600"/>
            <a:ext cx="9155100" cy="247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165" name="Shape 165"/>
        <p:cNvGrpSpPr/>
        <p:nvPr/>
      </p:nvGrpSpPr>
      <p:grpSpPr>
        <a:xfrm>
          <a:off x="0" y="0"/>
          <a:ext cx="0" cy="0"/>
          <a:chOff x="0" y="0"/>
          <a:chExt cx="0" cy="0"/>
        </a:xfrm>
      </p:grpSpPr>
      <p:sp>
        <p:nvSpPr>
          <p:cNvPr id="166" name="Google Shape;166;p23"/>
          <p:cNvSpPr/>
          <p:nvPr/>
        </p:nvSpPr>
        <p:spPr>
          <a:xfrm>
            <a:off x="-6850" y="2746250"/>
            <a:ext cx="9150900" cy="2397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3"/>
          <p:cNvSpPr txBox="1"/>
          <p:nvPr>
            <p:ph type="title"/>
          </p:nvPr>
        </p:nvSpPr>
        <p:spPr>
          <a:xfrm>
            <a:off x="720000" y="445025"/>
            <a:ext cx="3774000" cy="9144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8" name="Google Shape;168;p23"/>
          <p:cNvSpPr/>
          <p:nvPr/>
        </p:nvSpPr>
        <p:spPr>
          <a:xfrm>
            <a:off x="7357575" y="-797000"/>
            <a:ext cx="2555100" cy="11841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_1">
    <p:spTree>
      <p:nvGrpSpPr>
        <p:cNvPr id="169" name="Shape 169"/>
        <p:cNvGrpSpPr/>
        <p:nvPr/>
      </p:nvGrpSpPr>
      <p:grpSpPr>
        <a:xfrm>
          <a:off x="0" y="0"/>
          <a:ext cx="0" cy="0"/>
          <a:chOff x="0" y="0"/>
          <a:chExt cx="0" cy="0"/>
        </a:xfrm>
      </p:grpSpPr>
      <p:sp>
        <p:nvSpPr>
          <p:cNvPr id="170" name="Google Shape;170;p24"/>
          <p:cNvSpPr/>
          <p:nvPr/>
        </p:nvSpPr>
        <p:spPr>
          <a:xfrm flipH="1" rot="10800000">
            <a:off x="-7325" y="75"/>
            <a:ext cx="9154200" cy="2724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4"/>
          <p:cNvSpPr txBox="1"/>
          <p:nvPr>
            <p:ph type="title"/>
          </p:nvPr>
        </p:nvSpPr>
        <p:spPr>
          <a:xfrm>
            <a:off x="720000" y="445025"/>
            <a:ext cx="3198300" cy="5982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2" name="Google Shape;172;p24"/>
          <p:cNvSpPr/>
          <p:nvPr/>
        </p:nvSpPr>
        <p:spPr>
          <a:xfrm rot="10800000">
            <a:off x="5112875" y="4756375"/>
            <a:ext cx="6876900" cy="11841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1_1_1">
    <p:spTree>
      <p:nvGrpSpPr>
        <p:cNvPr id="173" name="Shape 173"/>
        <p:cNvGrpSpPr/>
        <p:nvPr/>
      </p:nvGrpSpPr>
      <p:grpSpPr>
        <a:xfrm>
          <a:off x="0" y="0"/>
          <a:ext cx="0" cy="0"/>
          <a:chOff x="0" y="0"/>
          <a:chExt cx="0" cy="0"/>
        </a:xfrm>
      </p:grpSpPr>
      <p:sp>
        <p:nvSpPr>
          <p:cNvPr id="174" name="Google Shape;174;p25"/>
          <p:cNvSpPr txBox="1"/>
          <p:nvPr>
            <p:ph type="title"/>
          </p:nvPr>
        </p:nvSpPr>
        <p:spPr>
          <a:xfrm>
            <a:off x="720000" y="445025"/>
            <a:ext cx="3615300" cy="9144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5" name="Google Shape;175;p25"/>
          <p:cNvSpPr/>
          <p:nvPr/>
        </p:nvSpPr>
        <p:spPr>
          <a:xfrm rot="-5400000">
            <a:off x="6985425" y="-1097000"/>
            <a:ext cx="4383600" cy="11841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5"/>
          <p:cNvSpPr/>
          <p:nvPr/>
        </p:nvSpPr>
        <p:spPr>
          <a:xfrm>
            <a:off x="-6850" y="4845925"/>
            <a:ext cx="9150900" cy="29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77" name="Shape 177"/>
        <p:cNvGrpSpPr/>
        <p:nvPr/>
      </p:nvGrpSpPr>
      <p:grpSpPr>
        <a:xfrm>
          <a:off x="0" y="0"/>
          <a:ext cx="0" cy="0"/>
          <a:chOff x="0" y="0"/>
          <a:chExt cx="0" cy="0"/>
        </a:xfrm>
      </p:grpSpPr>
      <p:sp>
        <p:nvSpPr>
          <p:cNvPr id="178" name="Google Shape;178;p26"/>
          <p:cNvSpPr/>
          <p:nvPr/>
        </p:nvSpPr>
        <p:spPr>
          <a:xfrm flipH="1">
            <a:off x="225" y="4231000"/>
            <a:ext cx="9187200" cy="943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6"/>
          <p:cNvSpPr txBox="1"/>
          <p:nvPr>
            <p:ph type="title"/>
          </p:nvPr>
        </p:nvSpPr>
        <p:spPr>
          <a:xfrm>
            <a:off x="1024850" y="857925"/>
            <a:ext cx="3961200" cy="811200"/>
          </a:xfrm>
          <a:prstGeom prst="rect">
            <a:avLst/>
          </a:prstGeom>
        </p:spPr>
        <p:txBody>
          <a:bodyPr anchorCtr="0" anchor="b" bIns="91425" lIns="91425" spcFirstLastPara="1" rIns="91425" wrap="square" tIns="91425">
            <a:noAutofit/>
          </a:bodyPr>
          <a:lstStyle>
            <a:lvl1pPr lvl="0" rtl="0">
              <a:spcBef>
                <a:spcPts val="0"/>
              </a:spcBef>
              <a:spcAft>
                <a:spcPts val="0"/>
              </a:spcAft>
              <a:buSzPts val="2700"/>
              <a:buNone/>
              <a:defRPr sz="4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80" name="Google Shape;180;p26"/>
          <p:cNvSpPr txBox="1"/>
          <p:nvPr>
            <p:ph idx="1" type="subTitle"/>
          </p:nvPr>
        </p:nvSpPr>
        <p:spPr>
          <a:xfrm>
            <a:off x="1024850" y="1602238"/>
            <a:ext cx="3961200" cy="105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5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81" name="Google Shape;181;p26"/>
          <p:cNvSpPr txBox="1"/>
          <p:nvPr/>
        </p:nvSpPr>
        <p:spPr>
          <a:xfrm>
            <a:off x="1024850" y="3307150"/>
            <a:ext cx="41082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Hanken Grotesk"/>
                <a:ea typeface="Hanken Grotesk"/>
                <a:cs typeface="Hanken Grotesk"/>
                <a:sym typeface="Hanken Grotesk"/>
              </a:rPr>
              <a:t>CREDITS:</a:t>
            </a:r>
            <a:r>
              <a:rPr lang="en" sz="1000">
                <a:solidFill>
                  <a:schemeClr val="dk1"/>
                </a:solidFill>
                <a:latin typeface="Hanken Grotesk"/>
                <a:ea typeface="Hanken Grotesk"/>
                <a:cs typeface="Hanken Grotesk"/>
                <a:sym typeface="Hanken Grotesk"/>
              </a:rPr>
              <a:t> This presentation template was created by </a:t>
            </a:r>
            <a:r>
              <a:rPr b="1" lang="en" sz="1000" u="sng">
                <a:solidFill>
                  <a:schemeClr val="dk1"/>
                </a:solidFill>
                <a:latin typeface="Hanken Grotesk"/>
                <a:ea typeface="Hanken Grotesk"/>
                <a:cs typeface="Hanken Grotesk"/>
                <a:sym typeface="Hanken Grotesk"/>
                <a:hlinkClick r:id="rId2">
                  <a:extLst>
                    <a:ext uri="{A12FA001-AC4F-418D-AE19-62706E023703}">
                      <ahyp:hlinkClr val="tx"/>
                    </a:ext>
                  </a:extLst>
                </a:hlinkClick>
              </a:rPr>
              <a:t>Slidesgo</a:t>
            </a:r>
            <a:r>
              <a:rPr lang="en" sz="1000">
                <a:solidFill>
                  <a:schemeClr val="dk1"/>
                </a:solidFill>
                <a:latin typeface="Hanken Grotesk"/>
                <a:ea typeface="Hanken Grotesk"/>
                <a:cs typeface="Hanken Grotesk"/>
                <a:sym typeface="Hanken Grotesk"/>
              </a:rPr>
              <a:t>, and includes icons by </a:t>
            </a:r>
            <a:r>
              <a:rPr b="1" lang="en" sz="1000" u="sng">
                <a:solidFill>
                  <a:schemeClr val="dk1"/>
                </a:solidFill>
                <a:latin typeface="Hanken Grotesk"/>
                <a:ea typeface="Hanken Grotesk"/>
                <a:cs typeface="Hanken Grotesk"/>
                <a:sym typeface="Hanken Grotesk"/>
                <a:hlinkClick r:id="rId3">
                  <a:extLst>
                    <a:ext uri="{A12FA001-AC4F-418D-AE19-62706E023703}">
                      <ahyp:hlinkClr val="tx"/>
                    </a:ext>
                  </a:extLst>
                </a:hlinkClick>
              </a:rPr>
              <a:t>Flaticon</a:t>
            </a:r>
            <a:r>
              <a:rPr lang="en" sz="1000">
                <a:solidFill>
                  <a:schemeClr val="dk1"/>
                </a:solidFill>
                <a:latin typeface="Hanken Grotesk"/>
                <a:ea typeface="Hanken Grotesk"/>
                <a:cs typeface="Hanken Grotesk"/>
                <a:sym typeface="Hanken Grotesk"/>
              </a:rPr>
              <a:t>, and infographics &amp; images by </a:t>
            </a:r>
            <a:r>
              <a:rPr b="1" lang="en" sz="1000" u="sng">
                <a:solidFill>
                  <a:schemeClr val="dk1"/>
                </a:solidFill>
                <a:latin typeface="Hanken Grotesk"/>
                <a:ea typeface="Hanken Grotesk"/>
                <a:cs typeface="Hanken Grotesk"/>
                <a:sym typeface="Hanken Grotesk"/>
                <a:hlinkClick r:id="rId4">
                  <a:extLst>
                    <a:ext uri="{A12FA001-AC4F-418D-AE19-62706E023703}">
                      <ahyp:hlinkClr val="tx"/>
                    </a:ext>
                  </a:extLst>
                </a:hlinkClick>
              </a:rPr>
              <a:t>Freepik</a:t>
            </a:r>
            <a:r>
              <a:rPr lang="en" sz="1000" u="sng">
                <a:solidFill>
                  <a:schemeClr val="dk1"/>
                </a:solidFill>
                <a:latin typeface="Hanken Grotesk"/>
                <a:ea typeface="Hanken Grotesk"/>
                <a:cs typeface="Hanken Grotesk"/>
                <a:sym typeface="Hanken Grotesk"/>
              </a:rPr>
              <a:t> </a:t>
            </a:r>
            <a:endParaRPr b="1" sz="1000" u="sng">
              <a:solidFill>
                <a:schemeClr val="dk1"/>
              </a:solidFill>
              <a:latin typeface="Hanken Grotesk"/>
              <a:ea typeface="Hanken Grotesk"/>
              <a:cs typeface="Hanken Grotesk"/>
              <a:sym typeface="Hanken Grotesk"/>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82" name="Shape 182"/>
        <p:cNvGrpSpPr/>
        <p:nvPr/>
      </p:nvGrpSpPr>
      <p:grpSpPr>
        <a:xfrm>
          <a:off x="0" y="0"/>
          <a:ext cx="0" cy="0"/>
          <a:chOff x="0" y="0"/>
          <a:chExt cx="0" cy="0"/>
        </a:xfrm>
      </p:grpSpPr>
      <p:sp>
        <p:nvSpPr>
          <p:cNvPr id="183" name="Google Shape;183;p27"/>
          <p:cNvSpPr/>
          <p:nvPr/>
        </p:nvSpPr>
        <p:spPr>
          <a:xfrm flipH="1" rot="10800000">
            <a:off x="-7325" y="4336800"/>
            <a:ext cx="9189300" cy="806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7"/>
          <p:cNvSpPr/>
          <p:nvPr/>
        </p:nvSpPr>
        <p:spPr>
          <a:xfrm rot="5400000">
            <a:off x="-2096575" y="533875"/>
            <a:ext cx="4130700" cy="11841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85" name="Shape 185"/>
        <p:cNvGrpSpPr/>
        <p:nvPr/>
      </p:nvGrpSpPr>
      <p:grpSpPr>
        <a:xfrm>
          <a:off x="0" y="0"/>
          <a:ext cx="0" cy="0"/>
          <a:chOff x="0" y="0"/>
          <a:chExt cx="0" cy="0"/>
        </a:xfrm>
      </p:grpSpPr>
      <p:sp>
        <p:nvSpPr>
          <p:cNvPr id="186" name="Google Shape;186;p28"/>
          <p:cNvSpPr/>
          <p:nvPr/>
        </p:nvSpPr>
        <p:spPr>
          <a:xfrm flipH="1" rot="10800000">
            <a:off x="8331975" y="-19300"/>
            <a:ext cx="849900" cy="516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8"/>
          <p:cNvSpPr/>
          <p:nvPr/>
        </p:nvSpPr>
        <p:spPr>
          <a:xfrm>
            <a:off x="-1210125" y="4756400"/>
            <a:ext cx="4130700" cy="11841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2.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700"/>
              <a:buFont typeface="Poppins ExtraBold"/>
              <a:buNone/>
              <a:defRPr sz="2700">
                <a:solidFill>
                  <a:schemeClr val="dk1"/>
                </a:solidFill>
                <a:latin typeface="Poppins ExtraBold"/>
                <a:ea typeface="Poppins ExtraBold"/>
                <a:cs typeface="Poppins ExtraBold"/>
                <a:sym typeface="Poppins ExtraBold"/>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1pPr>
            <a:lvl2pPr indent="-304800" lvl="1" marL="9144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indent="-304800" lvl="2" marL="13716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indent="-304800" lvl="3" marL="1828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indent="-304800" lvl="4" marL="22860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indent="-304800" lvl="5" marL="27432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indent="-304800" lvl="6" marL="32004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indent="-304800" lvl="7" marL="36576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indent="-304800" lvl="8" marL="4114800">
              <a:lnSpc>
                <a:spcPct val="100000"/>
              </a:lnSpc>
              <a:spcBef>
                <a:spcPts val="1600"/>
              </a:spcBef>
              <a:spcAft>
                <a:spcPts val="160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0.xml"/><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hyperlink" Target="https://www.datacentermap.com/"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9"/>
          <p:cNvSpPr txBox="1"/>
          <p:nvPr>
            <p:ph idx="4294967295" type="ctrTitle"/>
          </p:nvPr>
        </p:nvSpPr>
        <p:spPr>
          <a:xfrm>
            <a:off x="713225" y="1806750"/>
            <a:ext cx="7096500" cy="10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Raleway ExtraBold"/>
                <a:ea typeface="Raleway ExtraBold"/>
                <a:cs typeface="Raleway ExtraBold"/>
                <a:sym typeface="Raleway ExtraBold"/>
              </a:rPr>
              <a:t>Tìm hiểu Apache Spark và </a:t>
            </a:r>
            <a:br>
              <a:rPr lang="en" sz="2800">
                <a:latin typeface="Raleway ExtraBold"/>
                <a:ea typeface="Raleway ExtraBold"/>
                <a:cs typeface="Raleway ExtraBold"/>
                <a:sym typeface="Raleway ExtraBold"/>
              </a:rPr>
            </a:br>
            <a:r>
              <a:rPr lang="en" sz="2800">
                <a:latin typeface="Raleway ExtraBold"/>
                <a:ea typeface="Raleway ExtraBold"/>
                <a:cs typeface="Raleway ExtraBold"/>
                <a:sym typeface="Raleway ExtraBold"/>
              </a:rPr>
              <a:t>ứng dụng thuật toán Random Forest</a:t>
            </a:r>
            <a:endParaRPr sz="2800">
              <a:latin typeface="Raleway ExtraBold"/>
              <a:ea typeface="Raleway ExtraBold"/>
              <a:cs typeface="Raleway ExtraBold"/>
              <a:sym typeface="Raleway ExtraBold"/>
            </a:endParaRPr>
          </a:p>
        </p:txBody>
      </p:sp>
      <p:sp>
        <p:nvSpPr>
          <p:cNvPr id="193" name="Google Shape;193;p29"/>
          <p:cNvSpPr/>
          <p:nvPr/>
        </p:nvSpPr>
        <p:spPr>
          <a:xfrm>
            <a:off x="846600" y="1443000"/>
            <a:ext cx="205200" cy="20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4" name="Google Shape;194;p29"/>
          <p:cNvPicPr preferRelativeResize="0"/>
          <p:nvPr/>
        </p:nvPicPr>
        <p:blipFill>
          <a:blip r:embed="rId3">
            <a:alphaModFix/>
          </a:blip>
          <a:stretch>
            <a:fillRect/>
          </a:stretch>
        </p:blipFill>
        <p:spPr>
          <a:xfrm>
            <a:off x="7809725" y="307775"/>
            <a:ext cx="1035151" cy="538075"/>
          </a:xfrm>
          <a:prstGeom prst="rect">
            <a:avLst/>
          </a:prstGeom>
          <a:noFill/>
          <a:ln>
            <a:noFill/>
          </a:ln>
        </p:spPr>
      </p:pic>
      <p:sp>
        <p:nvSpPr>
          <p:cNvPr id="195" name="Google Shape;195;p29"/>
          <p:cNvSpPr/>
          <p:nvPr/>
        </p:nvSpPr>
        <p:spPr>
          <a:xfrm>
            <a:off x="983075" y="3271700"/>
            <a:ext cx="4341300" cy="645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96" name="Google Shape;196;p29"/>
          <p:cNvSpPr txBox="1"/>
          <p:nvPr/>
        </p:nvSpPr>
        <p:spPr>
          <a:xfrm>
            <a:off x="713225" y="3052800"/>
            <a:ext cx="41787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latin typeface="Hanken Grotesk SemiBold"/>
                <a:ea typeface="Hanken Grotesk SemiBold"/>
                <a:cs typeface="Hanken Grotesk SemiBold"/>
                <a:sym typeface="Hanken Grotesk SemiBold"/>
              </a:rPr>
              <a:t>Phùng Ngọc Bảo - 2212318</a:t>
            </a:r>
            <a:endParaRPr>
              <a:latin typeface="Hanken Grotesk SemiBold"/>
              <a:ea typeface="Hanken Grotesk SemiBold"/>
              <a:cs typeface="Hanken Grotesk SemiBold"/>
              <a:sym typeface="Hanken Grotesk SemiBold"/>
            </a:endParaRPr>
          </a:p>
          <a:p>
            <a:pPr indent="0" lvl="0" marL="0" rtl="0" algn="l">
              <a:lnSpc>
                <a:spcPct val="115000"/>
              </a:lnSpc>
              <a:spcBef>
                <a:spcPts val="0"/>
              </a:spcBef>
              <a:spcAft>
                <a:spcPts val="0"/>
              </a:spcAft>
              <a:buNone/>
            </a:pPr>
            <a:r>
              <a:rPr lang="en">
                <a:latin typeface="Hanken Grotesk SemiBold"/>
                <a:ea typeface="Hanken Grotesk SemiBold"/>
                <a:cs typeface="Hanken Grotesk SemiBold"/>
                <a:sym typeface="Hanken Grotesk SemiBold"/>
              </a:rPr>
              <a:t>Nguyễn Công Đạt - 2214025</a:t>
            </a:r>
            <a:endParaRPr>
              <a:latin typeface="Hanken Grotesk SemiBold"/>
              <a:ea typeface="Hanken Grotesk SemiBold"/>
              <a:cs typeface="Hanken Grotesk SemiBold"/>
              <a:sym typeface="Hanken Grotesk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0"/>
          <p:cNvSpPr txBox="1"/>
          <p:nvPr>
            <p:ph type="title"/>
          </p:nvPr>
        </p:nvSpPr>
        <p:spPr>
          <a:xfrm>
            <a:off x="720000" y="445025"/>
            <a:ext cx="3200400" cy="56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aleway ExtraBold"/>
                <a:ea typeface="Raleway ExtraBold"/>
                <a:cs typeface="Raleway ExtraBold"/>
                <a:sym typeface="Raleway ExtraBold"/>
              </a:rPr>
              <a:t>Nội dung</a:t>
            </a:r>
            <a:endParaRPr>
              <a:latin typeface="Raleway ExtraBold"/>
              <a:ea typeface="Raleway ExtraBold"/>
              <a:cs typeface="Raleway ExtraBold"/>
              <a:sym typeface="Raleway ExtraBold"/>
            </a:endParaRPr>
          </a:p>
        </p:txBody>
      </p:sp>
      <p:sp>
        <p:nvSpPr>
          <p:cNvPr id="202" name="Google Shape;202;p30"/>
          <p:cNvSpPr txBox="1"/>
          <p:nvPr>
            <p:ph idx="2" type="title"/>
          </p:nvPr>
        </p:nvSpPr>
        <p:spPr>
          <a:xfrm>
            <a:off x="847850" y="1121884"/>
            <a:ext cx="7347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Raleway SemiBold"/>
                <a:ea typeface="Raleway SemiBold"/>
                <a:cs typeface="Raleway SemiBold"/>
                <a:sym typeface="Raleway SemiBold"/>
              </a:rPr>
              <a:t>01</a:t>
            </a:r>
            <a:endParaRPr>
              <a:latin typeface="Raleway SemiBold"/>
              <a:ea typeface="Raleway SemiBold"/>
              <a:cs typeface="Raleway SemiBold"/>
              <a:sym typeface="Raleway SemiBold"/>
            </a:endParaRPr>
          </a:p>
        </p:txBody>
      </p:sp>
      <p:sp>
        <p:nvSpPr>
          <p:cNvPr id="203" name="Google Shape;203;p30"/>
          <p:cNvSpPr txBox="1"/>
          <p:nvPr>
            <p:ph idx="3" type="title"/>
          </p:nvPr>
        </p:nvSpPr>
        <p:spPr>
          <a:xfrm>
            <a:off x="847850" y="2456217"/>
            <a:ext cx="7347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Raleway SemiBold"/>
                <a:ea typeface="Raleway SemiBold"/>
                <a:cs typeface="Raleway SemiBold"/>
                <a:sym typeface="Raleway SemiBold"/>
              </a:rPr>
              <a:t>04</a:t>
            </a:r>
            <a:endParaRPr>
              <a:latin typeface="Raleway SemiBold"/>
              <a:ea typeface="Raleway SemiBold"/>
              <a:cs typeface="Raleway SemiBold"/>
              <a:sym typeface="Raleway SemiBold"/>
            </a:endParaRPr>
          </a:p>
        </p:txBody>
      </p:sp>
      <p:sp>
        <p:nvSpPr>
          <p:cNvPr id="204" name="Google Shape;204;p30"/>
          <p:cNvSpPr txBox="1"/>
          <p:nvPr>
            <p:ph idx="4" type="title"/>
          </p:nvPr>
        </p:nvSpPr>
        <p:spPr>
          <a:xfrm>
            <a:off x="3461188" y="1121884"/>
            <a:ext cx="7347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Raleway SemiBold"/>
                <a:ea typeface="Raleway SemiBold"/>
                <a:cs typeface="Raleway SemiBold"/>
                <a:sym typeface="Raleway SemiBold"/>
              </a:rPr>
              <a:t>02</a:t>
            </a:r>
            <a:endParaRPr>
              <a:latin typeface="Raleway SemiBold"/>
              <a:ea typeface="Raleway SemiBold"/>
              <a:cs typeface="Raleway SemiBold"/>
              <a:sym typeface="Raleway SemiBold"/>
            </a:endParaRPr>
          </a:p>
        </p:txBody>
      </p:sp>
      <p:sp>
        <p:nvSpPr>
          <p:cNvPr id="205" name="Google Shape;205;p30"/>
          <p:cNvSpPr txBox="1"/>
          <p:nvPr>
            <p:ph idx="5" type="title"/>
          </p:nvPr>
        </p:nvSpPr>
        <p:spPr>
          <a:xfrm>
            <a:off x="3461188" y="2456217"/>
            <a:ext cx="7347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Raleway SemiBold"/>
                <a:ea typeface="Raleway SemiBold"/>
                <a:cs typeface="Raleway SemiBold"/>
                <a:sym typeface="Raleway SemiBold"/>
              </a:rPr>
              <a:t>05</a:t>
            </a:r>
            <a:endParaRPr>
              <a:latin typeface="Raleway SemiBold"/>
              <a:ea typeface="Raleway SemiBold"/>
              <a:cs typeface="Raleway SemiBold"/>
              <a:sym typeface="Raleway SemiBold"/>
            </a:endParaRPr>
          </a:p>
        </p:txBody>
      </p:sp>
      <p:sp>
        <p:nvSpPr>
          <p:cNvPr id="206" name="Google Shape;206;p30"/>
          <p:cNvSpPr txBox="1"/>
          <p:nvPr>
            <p:ph idx="6" type="title"/>
          </p:nvPr>
        </p:nvSpPr>
        <p:spPr>
          <a:xfrm>
            <a:off x="6074525" y="1121884"/>
            <a:ext cx="7347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Raleway SemiBold"/>
                <a:ea typeface="Raleway SemiBold"/>
                <a:cs typeface="Raleway SemiBold"/>
                <a:sym typeface="Raleway SemiBold"/>
              </a:rPr>
              <a:t>03</a:t>
            </a:r>
            <a:endParaRPr>
              <a:latin typeface="Raleway SemiBold"/>
              <a:ea typeface="Raleway SemiBold"/>
              <a:cs typeface="Raleway SemiBold"/>
              <a:sym typeface="Raleway SemiBold"/>
            </a:endParaRPr>
          </a:p>
        </p:txBody>
      </p:sp>
      <p:sp>
        <p:nvSpPr>
          <p:cNvPr id="207" name="Google Shape;207;p30"/>
          <p:cNvSpPr txBox="1"/>
          <p:nvPr>
            <p:ph idx="7" type="title"/>
          </p:nvPr>
        </p:nvSpPr>
        <p:spPr>
          <a:xfrm>
            <a:off x="6074525" y="2456217"/>
            <a:ext cx="7347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Raleway SemiBold"/>
                <a:ea typeface="Raleway SemiBold"/>
                <a:cs typeface="Raleway SemiBold"/>
                <a:sym typeface="Raleway SemiBold"/>
              </a:rPr>
              <a:t>06</a:t>
            </a:r>
            <a:endParaRPr>
              <a:latin typeface="Raleway SemiBold"/>
              <a:ea typeface="Raleway SemiBold"/>
              <a:cs typeface="Raleway SemiBold"/>
              <a:sym typeface="Raleway SemiBold"/>
            </a:endParaRPr>
          </a:p>
        </p:txBody>
      </p:sp>
      <p:sp>
        <p:nvSpPr>
          <p:cNvPr id="208" name="Google Shape;208;p30"/>
          <p:cNvSpPr txBox="1"/>
          <p:nvPr>
            <p:ph idx="1" type="subTitle"/>
          </p:nvPr>
        </p:nvSpPr>
        <p:spPr>
          <a:xfrm>
            <a:off x="847850" y="1444376"/>
            <a:ext cx="2305500" cy="5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aleway SemiBold"/>
                <a:ea typeface="Raleway SemiBold"/>
                <a:cs typeface="Raleway SemiBold"/>
                <a:sym typeface="Raleway SemiBold"/>
              </a:rPr>
              <a:t>Mục tiêu</a:t>
            </a:r>
            <a:endParaRPr>
              <a:latin typeface="Raleway SemiBold"/>
              <a:ea typeface="Raleway SemiBold"/>
              <a:cs typeface="Raleway SemiBold"/>
              <a:sym typeface="Raleway SemiBold"/>
            </a:endParaRPr>
          </a:p>
        </p:txBody>
      </p:sp>
      <p:sp>
        <p:nvSpPr>
          <p:cNvPr id="209" name="Google Shape;209;p30"/>
          <p:cNvSpPr txBox="1"/>
          <p:nvPr>
            <p:ph idx="8" type="subTitle"/>
          </p:nvPr>
        </p:nvSpPr>
        <p:spPr>
          <a:xfrm>
            <a:off x="3461188" y="1444376"/>
            <a:ext cx="2305500" cy="5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aleway SemiBold"/>
                <a:ea typeface="Raleway SemiBold"/>
                <a:cs typeface="Raleway SemiBold"/>
                <a:sym typeface="Raleway SemiBold"/>
              </a:rPr>
              <a:t>Apache Spark</a:t>
            </a:r>
            <a:endParaRPr>
              <a:latin typeface="Raleway SemiBold"/>
              <a:ea typeface="Raleway SemiBold"/>
              <a:cs typeface="Raleway SemiBold"/>
              <a:sym typeface="Raleway SemiBold"/>
            </a:endParaRPr>
          </a:p>
        </p:txBody>
      </p:sp>
      <p:sp>
        <p:nvSpPr>
          <p:cNvPr id="210" name="Google Shape;210;p30"/>
          <p:cNvSpPr txBox="1"/>
          <p:nvPr>
            <p:ph idx="9" type="subTitle"/>
          </p:nvPr>
        </p:nvSpPr>
        <p:spPr>
          <a:xfrm>
            <a:off x="6074525" y="1444376"/>
            <a:ext cx="2305500" cy="5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aleway SemiBold"/>
                <a:ea typeface="Raleway SemiBold"/>
                <a:cs typeface="Raleway SemiBold"/>
                <a:sym typeface="Raleway SemiBold"/>
              </a:rPr>
              <a:t>Kết nối cụm</a:t>
            </a:r>
            <a:endParaRPr>
              <a:latin typeface="Raleway SemiBold"/>
              <a:ea typeface="Raleway SemiBold"/>
              <a:cs typeface="Raleway SemiBold"/>
              <a:sym typeface="Raleway SemiBold"/>
            </a:endParaRPr>
          </a:p>
        </p:txBody>
      </p:sp>
      <p:sp>
        <p:nvSpPr>
          <p:cNvPr id="211" name="Google Shape;211;p30"/>
          <p:cNvSpPr txBox="1"/>
          <p:nvPr>
            <p:ph idx="13" type="subTitle"/>
          </p:nvPr>
        </p:nvSpPr>
        <p:spPr>
          <a:xfrm>
            <a:off x="847850" y="2778776"/>
            <a:ext cx="2305500" cy="5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aleway SemiBold"/>
                <a:ea typeface="Raleway SemiBold"/>
                <a:cs typeface="Raleway SemiBold"/>
                <a:sym typeface="Raleway SemiBold"/>
              </a:rPr>
              <a:t>Word count</a:t>
            </a:r>
            <a:endParaRPr>
              <a:latin typeface="Raleway SemiBold"/>
              <a:ea typeface="Raleway SemiBold"/>
              <a:cs typeface="Raleway SemiBold"/>
              <a:sym typeface="Raleway SemiBold"/>
            </a:endParaRPr>
          </a:p>
        </p:txBody>
      </p:sp>
      <p:sp>
        <p:nvSpPr>
          <p:cNvPr id="212" name="Google Shape;212;p30"/>
          <p:cNvSpPr txBox="1"/>
          <p:nvPr>
            <p:ph idx="14" type="subTitle"/>
          </p:nvPr>
        </p:nvSpPr>
        <p:spPr>
          <a:xfrm>
            <a:off x="3461188" y="2778776"/>
            <a:ext cx="2305500" cy="5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aleway SemiBold"/>
                <a:ea typeface="Raleway SemiBold"/>
                <a:cs typeface="Raleway SemiBold"/>
                <a:sym typeface="Raleway SemiBold"/>
              </a:rPr>
              <a:t>Random Forest</a:t>
            </a:r>
            <a:endParaRPr>
              <a:latin typeface="Raleway SemiBold"/>
              <a:ea typeface="Raleway SemiBold"/>
              <a:cs typeface="Raleway SemiBold"/>
              <a:sym typeface="Raleway SemiBold"/>
            </a:endParaRPr>
          </a:p>
        </p:txBody>
      </p:sp>
      <p:sp>
        <p:nvSpPr>
          <p:cNvPr id="213" name="Google Shape;213;p30"/>
          <p:cNvSpPr txBox="1"/>
          <p:nvPr>
            <p:ph idx="15" type="subTitle"/>
          </p:nvPr>
        </p:nvSpPr>
        <p:spPr>
          <a:xfrm>
            <a:off x="6074525" y="2778776"/>
            <a:ext cx="2305500" cy="5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aleway SemiBold"/>
                <a:ea typeface="Raleway SemiBold"/>
                <a:cs typeface="Raleway SemiBold"/>
                <a:sym typeface="Raleway SemiBold"/>
              </a:rPr>
              <a:t>Cải thiện hiệu suất</a:t>
            </a:r>
            <a:endParaRPr>
              <a:latin typeface="Raleway SemiBold"/>
              <a:ea typeface="Raleway SemiBold"/>
              <a:cs typeface="Raleway SemiBold"/>
              <a:sym typeface="Raleway SemiBold"/>
            </a:endParaRPr>
          </a:p>
        </p:txBody>
      </p:sp>
      <p:cxnSp>
        <p:nvCxnSpPr>
          <p:cNvPr id="214" name="Google Shape;214;p30"/>
          <p:cNvCxnSpPr/>
          <p:nvPr/>
        </p:nvCxnSpPr>
        <p:spPr>
          <a:xfrm>
            <a:off x="5922125" y="1121876"/>
            <a:ext cx="0" cy="3258900"/>
          </a:xfrm>
          <a:prstGeom prst="straightConnector1">
            <a:avLst/>
          </a:prstGeom>
          <a:noFill/>
          <a:ln cap="flat" cmpd="sng" w="9525">
            <a:solidFill>
              <a:schemeClr val="dk1"/>
            </a:solidFill>
            <a:prstDash val="solid"/>
            <a:round/>
            <a:headEnd len="sm" w="sm" type="none"/>
            <a:tailEnd len="sm" w="sm" type="none"/>
          </a:ln>
        </p:spPr>
      </p:cxnSp>
      <p:cxnSp>
        <p:nvCxnSpPr>
          <p:cNvPr id="215" name="Google Shape;215;p30"/>
          <p:cNvCxnSpPr/>
          <p:nvPr/>
        </p:nvCxnSpPr>
        <p:spPr>
          <a:xfrm>
            <a:off x="3308788" y="1121876"/>
            <a:ext cx="0" cy="3258900"/>
          </a:xfrm>
          <a:prstGeom prst="straightConnector1">
            <a:avLst/>
          </a:prstGeom>
          <a:noFill/>
          <a:ln cap="flat" cmpd="sng" w="9525">
            <a:solidFill>
              <a:schemeClr val="dk1"/>
            </a:solidFill>
            <a:prstDash val="solid"/>
            <a:round/>
            <a:headEnd len="sm" w="sm" type="none"/>
            <a:tailEnd len="sm" w="sm" type="none"/>
          </a:ln>
        </p:spPr>
      </p:cxnSp>
      <p:cxnSp>
        <p:nvCxnSpPr>
          <p:cNvPr id="216" name="Google Shape;216;p30"/>
          <p:cNvCxnSpPr/>
          <p:nvPr/>
        </p:nvCxnSpPr>
        <p:spPr>
          <a:xfrm>
            <a:off x="695450" y="1121876"/>
            <a:ext cx="0" cy="3258900"/>
          </a:xfrm>
          <a:prstGeom prst="straightConnector1">
            <a:avLst/>
          </a:prstGeom>
          <a:noFill/>
          <a:ln cap="flat" cmpd="sng" w="9525">
            <a:solidFill>
              <a:schemeClr val="dk1"/>
            </a:solidFill>
            <a:prstDash val="solid"/>
            <a:round/>
            <a:headEnd len="med" w="med" type="none"/>
            <a:tailEnd len="med" w="med" type="none"/>
          </a:ln>
        </p:spPr>
      </p:cxnSp>
      <p:sp>
        <p:nvSpPr>
          <p:cNvPr id="217" name="Google Shape;217;p30"/>
          <p:cNvSpPr txBox="1"/>
          <p:nvPr>
            <p:ph idx="7" type="title"/>
          </p:nvPr>
        </p:nvSpPr>
        <p:spPr>
          <a:xfrm>
            <a:off x="6074525" y="3527286"/>
            <a:ext cx="7347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Raleway SemiBold"/>
                <a:ea typeface="Raleway SemiBold"/>
                <a:cs typeface="Raleway SemiBold"/>
                <a:sym typeface="Raleway SemiBold"/>
              </a:rPr>
              <a:t>07</a:t>
            </a:r>
            <a:endParaRPr>
              <a:latin typeface="Raleway SemiBold"/>
              <a:ea typeface="Raleway SemiBold"/>
              <a:cs typeface="Raleway SemiBold"/>
              <a:sym typeface="Raleway SemiBold"/>
            </a:endParaRPr>
          </a:p>
        </p:txBody>
      </p:sp>
      <p:sp>
        <p:nvSpPr>
          <p:cNvPr id="218" name="Google Shape;218;p30"/>
          <p:cNvSpPr txBox="1"/>
          <p:nvPr>
            <p:ph idx="15" type="subTitle"/>
          </p:nvPr>
        </p:nvSpPr>
        <p:spPr>
          <a:xfrm>
            <a:off x="6074525" y="3849845"/>
            <a:ext cx="2305500" cy="5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aleway SemiBold"/>
                <a:ea typeface="Raleway SemiBold"/>
                <a:cs typeface="Raleway SemiBold"/>
                <a:sym typeface="Raleway SemiBold"/>
              </a:rPr>
              <a:t>Kết luận</a:t>
            </a:r>
            <a:endParaRPr>
              <a:latin typeface="Raleway SemiBold"/>
              <a:ea typeface="Raleway SemiBold"/>
              <a:cs typeface="Raleway SemiBold"/>
              <a:sym typeface="Raleway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1"/>
          <p:cNvSpPr txBox="1"/>
          <p:nvPr>
            <p:ph type="title"/>
          </p:nvPr>
        </p:nvSpPr>
        <p:spPr>
          <a:xfrm>
            <a:off x="4047175" y="2655250"/>
            <a:ext cx="5131500" cy="106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Mục tiêu</a:t>
            </a:r>
            <a:endParaRPr b="1">
              <a:latin typeface="Arial"/>
              <a:ea typeface="Arial"/>
              <a:cs typeface="Arial"/>
              <a:sym typeface="Arial"/>
            </a:endParaRPr>
          </a:p>
        </p:txBody>
      </p:sp>
      <p:sp>
        <p:nvSpPr>
          <p:cNvPr id="224" name="Google Shape;224;p31"/>
          <p:cNvSpPr txBox="1"/>
          <p:nvPr>
            <p:ph idx="2" type="title"/>
          </p:nvPr>
        </p:nvSpPr>
        <p:spPr>
          <a:xfrm>
            <a:off x="4047175" y="1540500"/>
            <a:ext cx="1483200" cy="90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2"/>
          <p:cNvSpPr txBox="1"/>
          <p:nvPr>
            <p:ph type="title"/>
          </p:nvPr>
        </p:nvSpPr>
        <p:spPr>
          <a:xfrm>
            <a:off x="0" y="0"/>
            <a:ext cx="4680000" cy="58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Hanken Grotesk"/>
                <a:ea typeface="Hanken Grotesk"/>
                <a:cs typeface="Hanken Grotesk"/>
                <a:sym typeface="Hanken Grotesk"/>
              </a:rPr>
              <a:t>Các mục tiêu chính</a:t>
            </a:r>
            <a:endParaRPr b="1">
              <a:latin typeface="Hanken Grotesk"/>
              <a:ea typeface="Hanken Grotesk"/>
              <a:cs typeface="Hanken Grotesk"/>
              <a:sym typeface="Hanken Grotesk"/>
            </a:endParaRPr>
          </a:p>
        </p:txBody>
      </p:sp>
      <p:sp>
        <p:nvSpPr>
          <p:cNvPr id="230" name="Google Shape;230;p32"/>
          <p:cNvSpPr txBox="1"/>
          <p:nvPr>
            <p:ph idx="1" type="subTitle"/>
          </p:nvPr>
        </p:nvSpPr>
        <p:spPr>
          <a:xfrm>
            <a:off x="652775" y="1108924"/>
            <a:ext cx="7927500" cy="66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Trình bày tổng quan về nền tảng Apache Spark và kiến trúc xử lý song song phân tán.</a:t>
            </a:r>
            <a:endParaRPr sz="1600"/>
          </a:p>
        </p:txBody>
      </p:sp>
      <p:sp>
        <p:nvSpPr>
          <p:cNvPr id="231" name="Google Shape;231;p32"/>
          <p:cNvSpPr txBox="1"/>
          <p:nvPr>
            <p:ph idx="2" type="subTitle"/>
          </p:nvPr>
        </p:nvSpPr>
        <p:spPr>
          <a:xfrm>
            <a:off x="652765" y="1628613"/>
            <a:ext cx="7683900" cy="72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Phân tích nguyên lý hoạt động của thuật toán Random Forest trong bài toán học máy tuần tự cũng như song song.</a:t>
            </a:r>
            <a:endParaRPr sz="1600"/>
          </a:p>
        </p:txBody>
      </p:sp>
      <p:sp>
        <p:nvSpPr>
          <p:cNvPr id="232" name="Google Shape;232;p32"/>
          <p:cNvSpPr txBox="1"/>
          <p:nvPr>
            <p:ph idx="3" type="subTitle"/>
          </p:nvPr>
        </p:nvSpPr>
        <p:spPr>
          <a:xfrm>
            <a:off x="644907" y="2429824"/>
            <a:ext cx="8006100" cy="98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Ứng dụng Random Forest trên Apache Spark để mô phỏng quá trình xử lý dữ liệu lớn và đánh giá hiệu suất, đặc biệt là về thời gian xử lý với dữ liệu lớn.</a:t>
            </a:r>
            <a:endParaRPr sz="1600"/>
          </a:p>
        </p:txBody>
      </p:sp>
      <p:sp>
        <p:nvSpPr>
          <p:cNvPr id="233" name="Google Shape;233;p32"/>
          <p:cNvSpPr txBox="1"/>
          <p:nvPr/>
        </p:nvSpPr>
        <p:spPr>
          <a:xfrm>
            <a:off x="629175" y="3255675"/>
            <a:ext cx="8006100" cy="104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Hanken Grotesk"/>
                <a:ea typeface="Hanken Grotesk"/>
                <a:cs typeface="Hanken Grotesk"/>
                <a:sym typeface="Hanken Grotesk"/>
              </a:rPr>
              <a:t>Dự án này không chỉ nhằm mục đích chạy một thuật toán, mà còn nhằm mục đích nắm vững và minh họa cơ chế kiến trúc phân tán cơ bản đứng sau các công nghệ Big Data hiện đại.</a:t>
            </a:r>
            <a:endParaRPr sz="1700">
              <a:solidFill>
                <a:schemeClr val="dk1"/>
              </a:solidFill>
              <a:latin typeface="Hanken Grotesk"/>
              <a:ea typeface="Hanken Grotesk"/>
              <a:cs typeface="Hanken Grotesk"/>
              <a:sym typeface="Hanken Grotes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3"/>
          <p:cNvSpPr txBox="1"/>
          <p:nvPr>
            <p:ph type="title"/>
          </p:nvPr>
        </p:nvSpPr>
        <p:spPr>
          <a:xfrm>
            <a:off x="4047175" y="2655250"/>
            <a:ext cx="5131500" cy="106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Apache Spark</a:t>
            </a:r>
            <a:endParaRPr b="1">
              <a:latin typeface="Arial"/>
              <a:ea typeface="Arial"/>
              <a:cs typeface="Arial"/>
              <a:sym typeface="Arial"/>
            </a:endParaRPr>
          </a:p>
        </p:txBody>
      </p:sp>
      <p:sp>
        <p:nvSpPr>
          <p:cNvPr id="239" name="Google Shape;239;p33"/>
          <p:cNvSpPr txBox="1"/>
          <p:nvPr>
            <p:ph idx="2" type="title"/>
          </p:nvPr>
        </p:nvSpPr>
        <p:spPr>
          <a:xfrm>
            <a:off x="4047175" y="1540500"/>
            <a:ext cx="1483200" cy="90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pic>
        <p:nvPicPr>
          <p:cNvPr id="240" name="Google Shape;240;p33"/>
          <p:cNvPicPr preferRelativeResize="0"/>
          <p:nvPr/>
        </p:nvPicPr>
        <p:blipFill>
          <a:blip r:embed="rId3">
            <a:alphaModFix/>
          </a:blip>
          <a:stretch>
            <a:fillRect/>
          </a:stretch>
        </p:blipFill>
        <p:spPr>
          <a:xfrm>
            <a:off x="152400" y="152400"/>
            <a:ext cx="3590900" cy="2393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4"/>
          <p:cNvSpPr txBox="1"/>
          <p:nvPr/>
        </p:nvSpPr>
        <p:spPr>
          <a:xfrm>
            <a:off x="660625" y="1154575"/>
            <a:ext cx="81084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Hanken Grotesk"/>
                <a:ea typeface="Hanken Grotesk"/>
                <a:cs typeface="Hanken Grotesk"/>
                <a:sym typeface="Hanken Grotesk"/>
              </a:rPr>
              <a:t>Spark là gì? Một khung xử lý phân tán mã nguồn mở, thống nhất, được thiết kế để xử lý dữ liệu lớn (Big Data) một cách nhanh chóng và hiệu quả.</a:t>
            </a:r>
            <a:br>
              <a:rPr lang="en" sz="1800">
                <a:latin typeface="Hanken Grotesk"/>
                <a:ea typeface="Hanken Grotesk"/>
                <a:cs typeface="Hanken Grotesk"/>
                <a:sym typeface="Hanken Grotesk"/>
              </a:rPr>
            </a:br>
            <a:br>
              <a:rPr lang="en" sz="1800">
                <a:latin typeface="Hanken Grotesk"/>
                <a:ea typeface="Hanken Grotesk"/>
                <a:cs typeface="Hanken Grotesk"/>
                <a:sym typeface="Hanken Grotesk"/>
              </a:rPr>
            </a:br>
            <a:r>
              <a:rPr lang="en" sz="1800">
                <a:latin typeface="Hanken Grotesk"/>
                <a:ea typeface="Hanken Grotesk"/>
                <a:cs typeface="Hanken Grotesk"/>
                <a:sym typeface="Hanken Grotesk"/>
              </a:rPr>
              <a:t>Điểm mạnh: Xử lý trong bộ nhớ (In-Memory Processing), giúp tốc độ nhanh hơn Hadoop MapReduce truyền thống (có thể nhanh hơn 10x-100x).</a:t>
            </a:r>
            <a:br>
              <a:rPr lang="en" sz="1800">
                <a:latin typeface="Hanken Grotesk"/>
                <a:ea typeface="Hanken Grotesk"/>
                <a:cs typeface="Hanken Grotesk"/>
                <a:sym typeface="Hanken Grotesk"/>
              </a:rPr>
            </a:br>
            <a:br>
              <a:rPr lang="en" sz="1800">
                <a:latin typeface="Hanken Grotesk"/>
                <a:ea typeface="Hanken Grotesk"/>
                <a:cs typeface="Hanken Grotesk"/>
                <a:sym typeface="Hanken Grotesk"/>
              </a:rPr>
            </a:br>
            <a:r>
              <a:rPr lang="en" sz="1800">
                <a:latin typeface="Hanken Grotesk"/>
                <a:ea typeface="Hanken Grotesk"/>
                <a:cs typeface="Hanken Grotesk"/>
                <a:sym typeface="Hanken Grotesk"/>
              </a:rPr>
              <a:t>Mục tiêu: Cung cấp một nền tảng thống nhất cho nhiều loại tác vụ dữ liệu lớn, bao gồm: ETL, học máy, xử lý đồ thị và xử lý luồng (streaming).</a:t>
            </a:r>
            <a:endParaRPr sz="1800">
              <a:latin typeface="Hanken Grotesk"/>
              <a:ea typeface="Hanken Grotesk"/>
              <a:cs typeface="Hanken Grotesk"/>
              <a:sym typeface="Hanken Grotesk"/>
            </a:endParaRPr>
          </a:p>
        </p:txBody>
      </p:sp>
      <p:sp>
        <p:nvSpPr>
          <p:cNvPr id="246" name="Google Shape;246;p34"/>
          <p:cNvSpPr txBox="1"/>
          <p:nvPr>
            <p:ph type="title"/>
          </p:nvPr>
        </p:nvSpPr>
        <p:spPr>
          <a:xfrm>
            <a:off x="0" y="0"/>
            <a:ext cx="4680000" cy="58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Hanken Grotesk"/>
                <a:ea typeface="Hanken Grotesk"/>
                <a:cs typeface="Hanken Grotesk"/>
                <a:sym typeface="Hanken Grotesk"/>
              </a:rPr>
              <a:t>Khái niệm và vai trò</a:t>
            </a:r>
            <a:endParaRPr b="1">
              <a:latin typeface="Hanken Grotesk"/>
              <a:ea typeface="Hanken Grotesk"/>
              <a:cs typeface="Hanken Grotesk"/>
              <a:sym typeface="Hanken Grotesk"/>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Hanken Grotesk"/>
                <a:ea typeface="Hanken Grotesk"/>
                <a:cs typeface="Hanken Grotesk"/>
                <a:sym typeface="Hanken Grotesk"/>
              </a:rPr>
              <a:t>Kiến trúc nổi bật</a:t>
            </a:r>
            <a:endParaRPr b="1">
              <a:latin typeface="Hanken Grotesk"/>
              <a:ea typeface="Hanken Grotesk"/>
              <a:cs typeface="Hanken Grotesk"/>
              <a:sym typeface="Hanken Grotesk"/>
            </a:endParaRPr>
          </a:p>
        </p:txBody>
      </p:sp>
      <p:sp>
        <p:nvSpPr>
          <p:cNvPr id="252" name="Google Shape;252;p35"/>
          <p:cNvSpPr txBox="1"/>
          <p:nvPr/>
        </p:nvSpPr>
        <p:spPr>
          <a:xfrm>
            <a:off x="605575" y="1178150"/>
            <a:ext cx="80298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Hanken Grotesk"/>
                <a:ea typeface="Hanken Grotesk"/>
                <a:cs typeface="Hanken Grotesk"/>
                <a:sym typeface="Hanken Grotesk"/>
              </a:rPr>
              <a:t>RDD (Resilient Distributed Dataset): Cấu trúc dữ liệu cơ bản của Spark, cho phép lưu trữ tập dữ liệu lớn và phân tán trên các node, có khả năng chịu lỗi.</a:t>
            </a:r>
            <a:br>
              <a:rPr lang="en" sz="1800">
                <a:latin typeface="Hanken Grotesk"/>
                <a:ea typeface="Hanken Grotesk"/>
                <a:cs typeface="Hanken Grotesk"/>
                <a:sym typeface="Hanken Grotesk"/>
              </a:rPr>
            </a:br>
            <a:endParaRPr sz="1800">
              <a:latin typeface="Hanken Grotesk"/>
              <a:ea typeface="Hanken Grotesk"/>
              <a:cs typeface="Hanken Grotesk"/>
              <a:sym typeface="Hanken Grotesk"/>
            </a:endParaRPr>
          </a:p>
          <a:p>
            <a:pPr indent="0" lvl="0" marL="0" rtl="0" algn="l">
              <a:spcBef>
                <a:spcPts val="0"/>
              </a:spcBef>
              <a:spcAft>
                <a:spcPts val="0"/>
              </a:spcAft>
              <a:buNone/>
            </a:pPr>
            <a:r>
              <a:rPr lang="en" sz="1800">
                <a:latin typeface="Hanken Grotesk"/>
                <a:ea typeface="Hanken Grotesk"/>
                <a:cs typeface="Hanken Grotesk"/>
                <a:sym typeface="Hanken Grotesk"/>
              </a:rPr>
              <a:t>Spark Core: Cơ chế lập lịch, tối ưu hóa và thực thi các tác vụ phân tán.</a:t>
            </a:r>
            <a:br>
              <a:rPr lang="en" sz="1800">
                <a:latin typeface="Hanken Grotesk"/>
                <a:ea typeface="Hanken Grotesk"/>
                <a:cs typeface="Hanken Grotesk"/>
                <a:sym typeface="Hanken Grotesk"/>
              </a:rPr>
            </a:br>
            <a:endParaRPr sz="1800">
              <a:latin typeface="Hanken Grotesk"/>
              <a:ea typeface="Hanken Grotesk"/>
              <a:cs typeface="Hanken Grotesk"/>
              <a:sym typeface="Hanken Grotesk"/>
            </a:endParaRPr>
          </a:p>
          <a:p>
            <a:pPr indent="0" lvl="0" marL="0" rtl="0" algn="l">
              <a:spcBef>
                <a:spcPts val="0"/>
              </a:spcBef>
              <a:spcAft>
                <a:spcPts val="0"/>
              </a:spcAft>
              <a:buNone/>
            </a:pPr>
            <a:r>
              <a:rPr lang="en" sz="1800">
                <a:latin typeface="Hanken Grotesk"/>
                <a:ea typeface="Hanken Grotesk"/>
                <a:cs typeface="Hanken Grotesk"/>
                <a:sym typeface="Hanken Grotesk"/>
              </a:rPr>
              <a:t>Chế độ hoạt động: Spark có thể chạy trên nhiều Cluster Manager khác nhau (như YARN, Mesos) hoặc chế độ độc lập (Standalone).</a:t>
            </a:r>
            <a:endParaRPr sz="1800">
              <a:latin typeface="Hanken Grotesk"/>
              <a:ea typeface="Hanken Grotesk"/>
              <a:cs typeface="Hanken Grotesk"/>
              <a:sym typeface="Hanken Grotesk"/>
            </a:endParaRPr>
          </a:p>
          <a:p>
            <a:pPr indent="0" lvl="0" marL="0" rtl="0" algn="l">
              <a:spcBef>
                <a:spcPts val="0"/>
              </a:spcBef>
              <a:spcAft>
                <a:spcPts val="0"/>
              </a:spcAft>
              <a:buNone/>
            </a:pPr>
            <a:r>
              <a:t/>
            </a:r>
            <a:endParaRPr sz="1800">
              <a:latin typeface="Hanken Grotesk"/>
              <a:ea typeface="Hanken Grotesk"/>
              <a:cs typeface="Hanken Grotesk"/>
              <a:sym typeface="Hanken Grotes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6"/>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Hanken Grotesk"/>
                <a:ea typeface="Hanken Grotesk"/>
                <a:cs typeface="Hanken Grotesk"/>
                <a:sym typeface="Hanken Grotesk"/>
              </a:rPr>
              <a:t>Các module chính</a:t>
            </a:r>
            <a:endParaRPr b="1">
              <a:latin typeface="Hanken Grotesk"/>
              <a:ea typeface="Hanken Grotesk"/>
              <a:cs typeface="Hanken Grotesk"/>
              <a:sym typeface="Hanken Grotesk"/>
            </a:endParaRPr>
          </a:p>
          <a:p>
            <a:pPr indent="0" lvl="0" marL="0" rtl="0" algn="l">
              <a:spcBef>
                <a:spcPts val="0"/>
              </a:spcBef>
              <a:spcAft>
                <a:spcPts val="0"/>
              </a:spcAft>
              <a:buNone/>
            </a:pPr>
            <a:r>
              <a:t/>
            </a:r>
            <a:endParaRPr b="1">
              <a:latin typeface="Hanken Grotesk"/>
              <a:ea typeface="Hanken Grotesk"/>
              <a:cs typeface="Hanken Grotesk"/>
              <a:sym typeface="Hanken Grotesk"/>
            </a:endParaRPr>
          </a:p>
        </p:txBody>
      </p:sp>
      <p:sp>
        <p:nvSpPr>
          <p:cNvPr id="258" name="Google Shape;258;p36"/>
          <p:cNvSpPr txBox="1"/>
          <p:nvPr/>
        </p:nvSpPr>
        <p:spPr>
          <a:xfrm>
            <a:off x="419400" y="541149"/>
            <a:ext cx="8305200" cy="300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800">
                <a:latin typeface="Hanken Grotesk"/>
                <a:ea typeface="Hanken Grotesk"/>
                <a:cs typeface="Hanken Grotesk"/>
                <a:sym typeface="Hanken Grotesk"/>
              </a:rPr>
              <a:t>Spark cung cấp một bộ thư viện phong phú, cho phép người dùng thực hiện nhiều loại tác vụ chỉ trên một framework duy nhất:</a:t>
            </a:r>
            <a:endParaRPr sz="1800">
              <a:latin typeface="Hanken Grotesk"/>
              <a:ea typeface="Hanken Grotesk"/>
              <a:cs typeface="Hanken Grotesk"/>
              <a:sym typeface="Hanken Grotesk"/>
            </a:endParaRPr>
          </a:p>
          <a:p>
            <a:pPr indent="-342900" lvl="0" marL="457200" rtl="0" algn="l">
              <a:lnSpc>
                <a:spcPct val="115000"/>
              </a:lnSpc>
              <a:spcBef>
                <a:spcPts val="1200"/>
              </a:spcBef>
              <a:spcAft>
                <a:spcPts val="0"/>
              </a:spcAft>
              <a:buSzPts val="1800"/>
              <a:buChar char="●"/>
            </a:pPr>
            <a:r>
              <a:rPr b="1" lang="en" sz="1800">
                <a:latin typeface="Hanken Grotesk"/>
                <a:ea typeface="Hanken Grotesk"/>
                <a:cs typeface="Hanken Grotesk"/>
                <a:sym typeface="Hanken Grotesk"/>
              </a:rPr>
              <a:t>Spark SQL:</a:t>
            </a:r>
            <a:r>
              <a:rPr lang="en" sz="1800">
                <a:latin typeface="Hanken Grotesk"/>
                <a:ea typeface="Hanken Grotesk"/>
                <a:cs typeface="Hanken Grotesk"/>
                <a:sym typeface="Hanken Grotesk"/>
              </a:rPr>
              <a:t> Xử lý dữ liệu có cấu trúc bằng SQL và DataFrames/Datasets.</a:t>
            </a:r>
            <a:endParaRPr sz="1800">
              <a:latin typeface="Hanken Grotesk"/>
              <a:ea typeface="Hanken Grotesk"/>
              <a:cs typeface="Hanken Grotesk"/>
              <a:sym typeface="Hanken Grotesk"/>
            </a:endParaRPr>
          </a:p>
          <a:p>
            <a:pPr indent="-342900" lvl="0" marL="457200" rtl="0" algn="l">
              <a:lnSpc>
                <a:spcPct val="115000"/>
              </a:lnSpc>
              <a:spcBef>
                <a:spcPts val="0"/>
              </a:spcBef>
              <a:spcAft>
                <a:spcPts val="0"/>
              </a:spcAft>
              <a:buSzPts val="1800"/>
              <a:buChar char="●"/>
            </a:pPr>
            <a:r>
              <a:rPr b="1" lang="en" sz="1800">
                <a:latin typeface="Hanken Grotesk"/>
                <a:ea typeface="Hanken Grotesk"/>
                <a:cs typeface="Hanken Grotesk"/>
                <a:sym typeface="Hanken Grotesk"/>
              </a:rPr>
              <a:t>Spark Streaming/Structured Streaming:</a:t>
            </a:r>
            <a:r>
              <a:rPr lang="en" sz="1800">
                <a:latin typeface="Hanken Grotesk"/>
                <a:ea typeface="Hanken Grotesk"/>
                <a:cs typeface="Hanken Grotesk"/>
                <a:sym typeface="Hanken Grotesk"/>
              </a:rPr>
              <a:t> Xử lý dữ liệu theo thời gian thực (real-time) hoặc luồng dữ liệu (streaming data).</a:t>
            </a:r>
            <a:endParaRPr sz="1800">
              <a:latin typeface="Hanken Grotesk"/>
              <a:ea typeface="Hanken Grotesk"/>
              <a:cs typeface="Hanken Grotesk"/>
              <a:sym typeface="Hanken Grotesk"/>
            </a:endParaRPr>
          </a:p>
          <a:p>
            <a:pPr indent="-342900" lvl="0" marL="457200" rtl="0" algn="l">
              <a:lnSpc>
                <a:spcPct val="115000"/>
              </a:lnSpc>
              <a:spcBef>
                <a:spcPts val="0"/>
              </a:spcBef>
              <a:spcAft>
                <a:spcPts val="0"/>
              </a:spcAft>
              <a:buSzPts val="1800"/>
              <a:buChar char="●"/>
            </a:pPr>
            <a:r>
              <a:rPr b="1" lang="en" sz="1800">
                <a:latin typeface="Hanken Grotesk"/>
                <a:ea typeface="Hanken Grotesk"/>
                <a:cs typeface="Hanken Grotesk"/>
                <a:sym typeface="Hanken Grotesk"/>
              </a:rPr>
              <a:t>MLlib:</a:t>
            </a:r>
            <a:r>
              <a:rPr lang="en" sz="1800">
                <a:latin typeface="Hanken Grotesk"/>
                <a:ea typeface="Hanken Grotesk"/>
                <a:cs typeface="Hanken Grotesk"/>
                <a:sym typeface="Hanken Grotesk"/>
              </a:rPr>
              <a:t> Thư viện học máy có khả năng mở rộng (scalability).</a:t>
            </a:r>
            <a:endParaRPr sz="1800">
              <a:latin typeface="Hanken Grotesk"/>
              <a:ea typeface="Hanken Grotesk"/>
              <a:cs typeface="Hanken Grotesk"/>
              <a:sym typeface="Hanken Grotesk"/>
            </a:endParaRPr>
          </a:p>
          <a:p>
            <a:pPr indent="-342900" lvl="0" marL="457200" rtl="0" algn="l">
              <a:lnSpc>
                <a:spcPct val="115000"/>
              </a:lnSpc>
              <a:spcBef>
                <a:spcPts val="0"/>
              </a:spcBef>
              <a:spcAft>
                <a:spcPts val="0"/>
              </a:spcAft>
              <a:buSzPts val="1800"/>
              <a:buChar char="●"/>
            </a:pPr>
            <a:r>
              <a:rPr b="1" lang="en" sz="1800">
                <a:latin typeface="Hanken Grotesk"/>
                <a:ea typeface="Hanken Grotesk"/>
                <a:cs typeface="Hanken Grotesk"/>
                <a:sym typeface="Hanken Grotesk"/>
              </a:rPr>
              <a:t>GraphX:</a:t>
            </a:r>
            <a:r>
              <a:rPr lang="en" sz="1800">
                <a:latin typeface="Hanken Grotesk"/>
                <a:ea typeface="Hanken Grotesk"/>
                <a:cs typeface="Hanken Grotesk"/>
                <a:sym typeface="Hanken Grotesk"/>
              </a:rPr>
              <a:t> Thư viện xử lý đồ thị (graph processing).</a:t>
            </a:r>
            <a:endParaRPr sz="1800">
              <a:latin typeface="Hanken Grotesk"/>
              <a:ea typeface="Hanken Grotesk"/>
              <a:cs typeface="Hanken Grotesk"/>
              <a:sym typeface="Hanken Grotesk"/>
            </a:endParaRPr>
          </a:p>
          <a:p>
            <a:pPr indent="0" lvl="0" marL="0" rtl="0" algn="l">
              <a:spcBef>
                <a:spcPts val="1200"/>
              </a:spcBef>
              <a:spcAft>
                <a:spcPts val="0"/>
              </a:spcAft>
              <a:buNone/>
            </a:pPr>
            <a:r>
              <a:t/>
            </a:r>
            <a:endParaRPr b="1" sz="1800">
              <a:latin typeface="Hanken Grotesk"/>
              <a:ea typeface="Hanken Grotesk"/>
              <a:cs typeface="Hanken Grotesk"/>
              <a:sym typeface="Hanken Grotesk"/>
            </a:endParaRPr>
          </a:p>
        </p:txBody>
      </p:sp>
      <p:pic>
        <p:nvPicPr>
          <p:cNvPr id="259" name="Google Shape;259;p36"/>
          <p:cNvPicPr preferRelativeResize="0"/>
          <p:nvPr/>
        </p:nvPicPr>
        <p:blipFill>
          <a:blip r:embed="rId3">
            <a:alphaModFix/>
          </a:blip>
          <a:stretch>
            <a:fillRect/>
          </a:stretch>
        </p:blipFill>
        <p:spPr>
          <a:xfrm>
            <a:off x="2639863" y="3017012"/>
            <a:ext cx="3864276" cy="1879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37"/>
          <p:cNvPicPr preferRelativeResize="0"/>
          <p:nvPr/>
        </p:nvPicPr>
        <p:blipFill>
          <a:blip r:embed="rId3">
            <a:alphaModFix/>
          </a:blip>
          <a:stretch>
            <a:fillRect/>
          </a:stretch>
        </p:blipFill>
        <p:spPr>
          <a:xfrm>
            <a:off x="4068800" y="1144675"/>
            <a:ext cx="4851350" cy="2854176"/>
          </a:xfrm>
          <a:prstGeom prst="rect">
            <a:avLst/>
          </a:prstGeom>
          <a:noFill/>
          <a:ln>
            <a:noFill/>
          </a:ln>
        </p:spPr>
      </p:pic>
      <p:sp>
        <p:nvSpPr>
          <p:cNvPr id="265" name="Google Shape;265;p37"/>
          <p:cNvSpPr txBox="1"/>
          <p:nvPr/>
        </p:nvSpPr>
        <p:spPr>
          <a:xfrm>
            <a:off x="171850" y="743100"/>
            <a:ext cx="3897000" cy="394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t>Driver Program &lt;-&gt; Cluster Manager:</a:t>
            </a:r>
            <a:endParaRPr b="1" sz="1200"/>
          </a:p>
          <a:p>
            <a:pPr indent="-304800" lvl="0" marL="457200" rtl="0" algn="l">
              <a:lnSpc>
                <a:spcPct val="115000"/>
              </a:lnSpc>
              <a:spcBef>
                <a:spcPts val="0"/>
              </a:spcBef>
              <a:spcAft>
                <a:spcPts val="0"/>
              </a:spcAft>
              <a:buSzPts val="1200"/>
              <a:buChar char="●"/>
            </a:pPr>
            <a:r>
              <a:rPr b="1" lang="en" sz="1200"/>
              <a:t>Mục đích:</a:t>
            </a:r>
            <a:r>
              <a:rPr lang="en" sz="1200"/>
              <a:t> Driver (chứa </a:t>
            </a:r>
            <a:r>
              <a:rPr lang="en" sz="1200">
                <a:solidFill>
                  <a:srgbClr val="188038"/>
                </a:solidFill>
              </a:rPr>
              <a:t>SparkContext</a:t>
            </a:r>
            <a:r>
              <a:rPr lang="en" sz="1200"/>
              <a:t>) kết nối với Cluster Manager (ví dụ: YARN, Mesos) để </a:t>
            </a:r>
            <a:r>
              <a:rPr b="1" lang="en" sz="1200"/>
              <a:t>yêu cầu tài nguyên</a:t>
            </a:r>
            <a:r>
              <a:rPr lang="en" sz="1200"/>
              <a:t> (cụm).</a:t>
            </a:r>
            <a:endParaRPr sz="1200"/>
          </a:p>
          <a:p>
            <a:pPr indent="0" lvl="0" marL="0" rtl="0" algn="l">
              <a:lnSpc>
                <a:spcPct val="115000"/>
              </a:lnSpc>
              <a:spcBef>
                <a:spcPts val="1200"/>
              </a:spcBef>
              <a:spcAft>
                <a:spcPts val="0"/>
              </a:spcAft>
              <a:buNone/>
            </a:pPr>
            <a:r>
              <a:rPr b="1" lang="en" sz="1200"/>
              <a:t>Cluster Manager &lt;-&gt; Worker Nodes:</a:t>
            </a:r>
            <a:endParaRPr b="1" sz="1200"/>
          </a:p>
          <a:p>
            <a:pPr indent="-304800" lvl="0" marL="457200" rtl="0" algn="l">
              <a:lnSpc>
                <a:spcPct val="115000"/>
              </a:lnSpc>
              <a:spcBef>
                <a:spcPts val="0"/>
              </a:spcBef>
              <a:spcAft>
                <a:spcPts val="0"/>
              </a:spcAft>
              <a:buSzPts val="1200"/>
              <a:buChar char="●"/>
            </a:pPr>
            <a:r>
              <a:rPr b="1" lang="en" sz="1200"/>
              <a:t>Mục đích:</a:t>
            </a:r>
            <a:r>
              <a:rPr lang="en" sz="1200"/>
              <a:t> Cluster Manager nhận yêu cầu và </a:t>
            </a:r>
            <a:r>
              <a:rPr b="1" lang="en" sz="1200"/>
              <a:t>khởi chạy các Executor</a:t>
            </a:r>
            <a:r>
              <a:rPr lang="en" sz="1200"/>
              <a:t> trên các Worker Node.</a:t>
            </a:r>
            <a:endParaRPr sz="1200"/>
          </a:p>
          <a:p>
            <a:pPr indent="0" lvl="0" marL="0" rtl="0" algn="l">
              <a:lnSpc>
                <a:spcPct val="115000"/>
              </a:lnSpc>
              <a:spcBef>
                <a:spcPts val="1200"/>
              </a:spcBef>
              <a:spcAft>
                <a:spcPts val="0"/>
              </a:spcAft>
              <a:buNone/>
            </a:pPr>
            <a:r>
              <a:rPr b="1" lang="en" sz="1200"/>
              <a:t>Driver Program &lt;-&gt; Executor:</a:t>
            </a:r>
            <a:endParaRPr b="1" sz="1200"/>
          </a:p>
          <a:p>
            <a:pPr indent="-304800" lvl="0" marL="457200" rtl="0" algn="l">
              <a:lnSpc>
                <a:spcPct val="115000"/>
              </a:lnSpc>
              <a:spcBef>
                <a:spcPts val="0"/>
              </a:spcBef>
              <a:spcAft>
                <a:spcPts val="0"/>
              </a:spcAft>
              <a:buSzPts val="1200"/>
              <a:buChar char="●"/>
            </a:pPr>
            <a:r>
              <a:rPr b="1" lang="en" sz="1200"/>
              <a:t>Mục đích:</a:t>
            </a:r>
            <a:r>
              <a:rPr lang="en" sz="1200"/>
              <a:t> Driver trực tiếp giao tiếp với các Executor để </a:t>
            </a:r>
            <a:r>
              <a:rPr b="1" lang="en" sz="1200"/>
              <a:t>gửi các Task (Nhiệm vụ)</a:t>
            </a:r>
            <a:r>
              <a:rPr lang="en" sz="1200"/>
              <a:t> và </a:t>
            </a:r>
            <a:r>
              <a:rPr b="1" lang="en" sz="1200"/>
              <a:t>giám sát</a:t>
            </a:r>
            <a:r>
              <a:rPr lang="en" sz="1200"/>
              <a:t> quá trình thực thi.</a:t>
            </a:r>
            <a:endParaRPr sz="1200"/>
          </a:p>
          <a:p>
            <a:pPr indent="0" lvl="0" marL="0" rtl="0" algn="l">
              <a:lnSpc>
                <a:spcPct val="115000"/>
              </a:lnSpc>
              <a:spcBef>
                <a:spcPts val="1200"/>
              </a:spcBef>
              <a:spcAft>
                <a:spcPts val="0"/>
              </a:spcAft>
              <a:buNone/>
            </a:pPr>
            <a:r>
              <a:rPr b="1" lang="en" sz="1200"/>
              <a:t>Executor &lt;-&gt; Executor:</a:t>
            </a:r>
            <a:endParaRPr b="1" sz="1200"/>
          </a:p>
          <a:p>
            <a:pPr indent="-304800" lvl="0" marL="457200" rtl="0" algn="l">
              <a:lnSpc>
                <a:spcPct val="115000"/>
              </a:lnSpc>
              <a:spcBef>
                <a:spcPts val="0"/>
              </a:spcBef>
              <a:spcAft>
                <a:spcPts val="0"/>
              </a:spcAft>
              <a:buSzPts val="1200"/>
              <a:buChar char="●"/>
            </a:pPr>
            <a:r>
              <a:rPr b="1" lang="en" sz="1200"/>
              <a:t>Mục đích:</a:t>
            </a:r>
            <a:r>
              <a:rPr lang="en" sz="1200"/>
              <a:t> Khi xảy ra </a:t>
            </a:r>
            <a:r>
              <a:rPr b="1" lang="en" sz="1200"/>
              <a:t>Shuffle</a:t>
            </a:r>
            <a:r>
              <a:rPr lang="en" sz="1200"/>
              <a:t> (giai đoạn trộn/phân phối dữ liệu lại), các Executor trao đổi dữ liệu trung gian trực tiếp với nhau.</a:t>
            </a:r>
            <a:endParaRPr sz="1200"/>
          </a:p>
          <a:p>
            <a:pPr indent="0" lvl="0" marL="0" rtl="0" algn="l">
              <a:spcBef>
                <a:spcPts val="1200"/>
              </a:spcBef>
              <a:spcAft>
                <a:spcPts val="0"/>
              </a:spcAft>
              <a:buNone/>
            </a:pPr>
            <a:r>
              <a:t/>
            </a:r>
            <a:endParaRPr sz="1300">
              <a:solidFill>
                <a:schemeClr val="dk1"/>
              </a:solidFill>
              <a:latin typeface="Hanken Grotesk"/>
              <a:ea typeface="Hanken Grotesk"/>
              <a:cs typeface="Hanken Grotesk"/>
              <a:sym typeface="Hanken Grotesk"/>
            </a:endParaRPr>
          </a:p>
        </p:txBody>
      </p:sp>
      <p:sp>
        <p:nvSpPr>
          <p:cNvPr id="266" name="Google Shape;266;p37"/>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Hanken Grotesk"/>
                <a:ea typeface="Hanken Grotesk"/>
                <a:cs typeface="Hanken Grotesk"/>
                <a:sym typeface="Hanken Grotesk"/>
              </a:rPr>
              <a:t>Kiến trúc</a:t>
            </a:r>
            <a:endParaRPr b="1">
              <a:latin typeface="Hanken Grotesk"/>
              <a:ea typeface="Hanken Grotesk"/>
              <a:cs typeface="Hanken Grotesk"/>
              <a:sym typeface="Hanken Grotesk"/>
            </a:endParaRPr>
          </a:p>
          <a:p>
            <a:pPr indent="0" lvl="0" marL="0" rtl="0" algn="l">
              <a:spcBef>
                <a:spcPts val="0"/>
              </a:spcBef>
              <a:spcAft>
                <a:spcPts val="0"/>
              </a:spcAft>
              <a:buNone/>
            </a:pPr>
            <a:r>
              <a:t/>
            </a:r>
            <a:endParaRPr b="1">
              <a:latin typeface="Hanken Grotesk"/>
              <a:ea typeface="Hanken Grotesk"/>
              <a:cs typeface="Hanken Grotesk"/>
              <a:sym typeface="Hanken Grotes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8"/>
          <p:cNvSpPr txBox="1"/>
          <p:nvPr>
            <p:ph type="title"/>
          </p:nvPr>
        </p:nvSpPr>
        <p:spPr>
          <a:xfrm>
            <a:off x="1745150" y="1239275"/>
            <a:ext cx="6825600" cy="1462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Hanken Grotesk ExtraBold"/>
                <a:ea typeface="Hanken Grotesk ExtraBold"/>
                <a:cs typeface="Hanken Grotesk ExtraBold"/>
                <a:sym typeface="Hanken Grotesk ExtraBold"/>
              </a:rPr>
              <a:t>3. Kết nối cụm</a:t>
            </a:r>
            <a:endParaRPr>
              <a:latin typeface="Hanken Grotesk ExtraBold"/>
              <a:ea typeface="Hanken Grotesk ExtraBold"/>
              <a:cs typeface="Hanken Grotesk ExtraBold"/>
              <a:sym typeface="Hanken Grotesk Extra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9"/>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Thiết kế kết nối cụm</a:t>
            </a:r>
            <a:endParaRPr b="1">
              <a:latin typeface="Arial"/>
              <a:ea typeface="Arial"/>
              <a:cs typeface="Arial"/>
              <a:sym typeface="Arial"/>
            </a:endParaRPr>
          </a:p>
        </p:txBody>
      </p:sp>
      <p:pic>
        <p:nvPicPr>
          <p:cNvPr id="277" name="Google Shape;277;p39"/>
          <p:cNvPicPr preferRelativeResize="0"/>
          <p:nvPr/>
        </p:nvPicPr>
        <p:blipFill>
          <a:blip r:embed="rId3">
            <a:alphaModFix/>
          </a:blip>
          <a:stretch>
            <a:fillRect/>
          </a:stretch>
        </p:blipFill>
        <p:spPr>
          <a:xfrm>
            <a:off x="1007413" y="580825"/>
            <a:ext cx="7129174" cy="40955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0"/>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Thiết kế kết nối cụm</a:t>
            </a:r>
            <a:endParaRPr b="1">
              <a:latin typeface="Arial"/>
              <a:ea typeface="Arial"/>
              <a:cs typeface="Arial"/>
              <a:sym typeface="Arial"/>
            </a:endParaRPr>
          </a:p>
        </p:txBody>
      </p:sp>
      <p:graphicFrame>
        <p:nvGraphicFramePr>
          <p:cNvPr id="283" name="Google Shape;283;p40"/>
          <p:cNvGraphicFramePr/>
          <p:nvPr/>
        </p:nvGraphicFramePr>
        <p:xfrm>
          <a:off x="1257300" y="1748850"/>
          <a:ext cx="3000000" cy="3000000"/>
        </p:xfrm>
        <a:graphic>
          <a:graphicData uri="http://schemas.openxmlformats.org/drawingml/2006/table">
            <a:tbl>
              <a:tblPr>
                <a:noFill/>
                <a:tableStyleId>{45143824-4209-4CCC-8594-816159CD4A64}</a:tableStyleId>
              </a:tblPr>
              <a:tblGrid>
                <a:gridCol w="1657350"/>
                <a:gridCol w="1657350"/>
                <a:gridCol w="1657350"/>
                <a:gridCol w="1657350"/>
              </a:tblGrid>
              <a:tr h="361950">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Node</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IP</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Cores</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Memory</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Master</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26.163.90.8</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Worker 1</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26.11.67.195</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8</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6.9</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Worker 2</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26.225.39.97</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16</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30.7</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type="title"/>
          </p:nvPr>
        </p:nvSpPr>
        <p:spPr>
          <a:xfrm>
            <a:off x="2315000" y="1239280"/>
            <a:ext cx="6255900" cy="1462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4. Word Count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Hanken Grotesk"/>
                <a:ea typeface="Hanken Grotesk"/>
                <a:cs typeface="Hanken Grotesk"/>
                <a:sym typeface="Hanken Grotesk"/>
              </a:rPr>
              <a:t>Giới thiệu Word Count (Đếm chữ)</a:t>
            </a:r>
            <a:endParaRPr b="1">
              <a:latin typeface="Hanken Grotesk"/>
              <a:ea typeface="Hanken Grotesk"/>
              <a:cs typeface="Hanken Grotesk"/>
              <a:sym typeface="Hanken Grotesk"/>
            </a:endParaRPr>
          </a:p>
        </p:txBody>
      </p:sp>
      <p:sp>
        <p:nvSpPr>
          <p:cNvPr id="294" name="Google Shape;294;p42"/>
          <p:cNvSpPr txBox="1"/>
          <p:nvPr/>
        </p:nvSpPr>
        <p:spPr>
          <a:xfrm>
            <a:off x="857250" y="1553950"/>
            <a:ext cx="7353600" cy="23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Hanken Grotesk"/>
                <a:ea typeface="Hanken Grotesk"/>
                <a:cs typeface="Hanken Grotesk"/>
                <a:sym typeface="Hanken Grotesk"/>
              </a:rPr>
              <a:t>Định nghĩa:</a:t>
            </a:r>
            <a:r>
              <a:rPr lang="en" sz="1800">
                <a:latin typeface="Hanken Grotesk"/>
                <a:ea typeface="Hanken Grotesk"/>
                <a:cs typeface="Hanken Grotesk"/>
                <a:sym typeface="Hanken Grotesk"/>
              </a:rPr>
              <a:t> Word Count là thuật toán cơ bản, dùng để </a:t>
            </a:r>
            <a:r>
              <a:rPr b="1" lang="en" sz="1800">
                <a:latin typeface="Hanken Grotesk"/>
                <a:ea typeface="Hanken Grotesk"/>
                <a:cs typeface="Hanken Grotesk"/>
                <a:sym typeface="Hanken Grotesk"/>
              </a:rPr>
              <a:t>đếm tần suất (số lần xuất hiện)</a:t>
            </a:r>
            <a:r>
              <a:rPr lang="en" sz="1800">
                <a:latin typeface="Hanken Grotesk"/>
                <a:ea typeface="Hanken Grotesk"/>
                <a:cs typeface="Hanken Grotesk"/>
                <a:sym typeface="Hanken Grotesk"/>
              </a:rPr>
              <a:t> của mỗi từ duy nhất trong một tập dữ liệu văn bản lớn.</a:t>
            </a:r>
            <a:endParaRPr sz="1800">
              <a:latin typeface="Hanken Grotesk"/>
              <a:ea typeface="Hanken Grotesk"/>
              <a:cs typeface="Hanken Grotesk"/>
              <a:sym typeface="Hanken Grotesk"/>
            </a:endParaRPr>
          </a:p>
          <a:p>
            <a:pPr indent="0" lvl="0" marL="0" rtl="0" algn="l">
              <a:spcBef>
                <a:spcPts val="0"/>
              </a:spcBef>
              <a:spcAft>
                <a:spcPts val="0"/>
              </a:spcAft>
              <a:buNone/>
            </a:pPr>
            <a:br>
              <a:rPr lang="en" sz="1800">
                <a:latin typeface="Hanken Grotesk"/>
                <a:ea typeface="Hanken Grotesk"/>
                <a:cs typeface="Hanken Grotesk"/>
                <a:sym typeface="Hanken Grotesk"/>
              </a:rPr>
            </a:br>
            <a:r>
              <a:rPr b="1" lang="en" sz="1800">
                <a:latin typeface="Hanken Grotesk"/>
                <a:ea typeface="Hanken Grotesk"/>
                <a:cs typeface="Hanken Grotesk"/>
                <a:sym typeface="Hanken Grotesk"/>
              </a:rPr>
              <a:t>Mục đích:</a:t>
            </a:r>
            <a:r>
              <a:rPr lang="en" sz="1800">
                <a:latin typeface="Hanken Grotesk"/>
                <a:ea typeface="Hanken Grotesk"/>
                <a:cs typeface="Hanken Grotesk"/>
                <a:sym typeface="Hanken Grotesk"/>
              </a:rPr>
              <a:t> Là bài toán kinh điển và đơn giản nhất để giới thiệu các nguyên tắc hoạt động của các khung xử lý dữ liệu lớn (Big Data Frameworks).</a:t>
            </a:r>
            <a:endParaRPr sz="1800">
              <a:latin typeface="Hanken Grotesk"/>
              <a:ea typeface="Hanken Grotesk"/>
              <a:cs typeface="Hanken Grotesk"/>
              <a:sym typeface="Hanken Grotesk"/>
            </a:endParaRPr>
          </a:p>
          <a:p>
            <a:pPr indent="0" lvl="0" marL="0" rtl="0" algn="l">
              <a:spcBef>
                <a:spcPts val="0"/>
              </a:spcBef>
              <a:spcAft>
                <a:spcPts val="0"/>
              </a:spcAft>
              <a:buNone/>
            </a:pPr>
            <a:br>
              <a:rPr lang="en" sz="1800">
                <a:latin typeface="Hanken Grotesk"/>
                <a:ea typeface="Hanken Grotesk"/>
                <a:cs typeface="Hanken Grotesk"/>
                <a:sym typeface="Hanken Grotesk"/>
              </a:rPr>
            </a:br>
            <a:r>
              <a:rPr b="1" lang="en" sz="1800">
                <a:latin typeface="Hanken Grotesk"/>
                <a:ea typeface="Hanken Grotesk"/>
                <a:cs typeface="Hanken Grotesk"/>
                <a:sym typeface="Hanken Grotesk"/>
              </a:rPr>
              <a:t>Kết quả:</a:t>
            </a:r>
            <a:r>
              <a:rPr lang="en" sz="1800">
                <a:latin typeface="Hanken Grotesk"/>
                <a:ea typeface="Hanken Grotesk"/>
                <a:cs typeface="Hanken Grotesk"/>
                <a:sym typeface="Hanken Grotesk"/>
              </a:rPr>
              <a:t> Một danh sách các cặp (Từ, Số lần đếm) cuối cùng.</a:t>
            </a:r>
            <a:endParaRPr sz="1800">
              <a:solidFill>
                <a:schemeClr val="dk1"/>
              </a:solidFill>
              <a:latin typeface="Hanken Grotesk"/>
              <a:ea typeface="Hanken Grotesk"/>
              <a:cs typeface="Hanken Grotesk"/>
              <a:sym typeface="Hanken Grotes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3"/>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Hanken Grotesk"/>
                <a:ea typeface="Hanken Grotesk"/>
                <a:cs typeface="Hanken Grotesk"/>
                <a:sym typeface="Hanken Grotesk"/>
              </a:rPr>
              <a:t>Đếm chữ với mô hình tuần tự</a:t>
            </a:r>
            <a:endParaRPr b="1">
              <a:latin typeface="Hanken Grotesk"/>
              <a:ea typeface="Hanken Grotesk"/>
              <a:cs typeface="Hanken Grotesk"/>
              <a:sym typeface="Hanken Grotesk"/>
            </a:endParaRPr>
          </a:p>
        </p:txBody>
      </p:sp>
      <p:pic>
        <p:nvPicPr>
          <p:cNvPr id="300" name="Google Shape;300;p43"/>
          <p:cNvPicPr preferRelativeResize="0"/>
          <p:nvPr/>
        </p:nvPicPr>
        <p:blipFill>
          <a:blip r:embed="rId3">
            <a:alphaModFix/>
          </a:blip>
          <a:stretch>
            <a:fillRect/>
          </a:stretch>
        </p:blipFill>
        <p:spPr>
          <a:xfrm>
            <a:off x="152400" y="895500"/>
            <a:ext cx="8839199" cy="353226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4"/>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Hanken Grotesk"/>
                <a:ea typeface="Hanken Grotesk"/>
                <a:cs typeface="Hanken Grotesk"/>
                <a:sym typeface="Hanken Grotesk"/>
              </a:rPr>
              <a:t>Mô hình xử lý phân tán</a:t>
            </a:r>
            <a:endParaRPr b="1">
              <a:latin typeface="Hanken Grotesk"/>
              <a:ea typeface="Hanken Grotesk"/>
              <a:cs typeface="Hanken Grotesk"/>
              <a:sym typeface="Hanken Grotesk"/>
            </a:endParaRPr>
          </a:p>
        </p:txBody>
      </p:sp>
      <p:sp>
        <p:nvSpPr>
          <p:cNvPr id="306" name="Google Shape;306;p44"/>
          <p:cNvSpPr txBox="1"/>
          <p:nvPr/>
        </p:nvSpPr>
        <p:spPr>
          <a:xfrm>
            <a:off x="707825" y="1553950"/>
            <a:ext cx="7762500" cy="239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800">
                <a:latin typeface="Hanken Grotesk"/>
                <a:ea typeface="Hanken Grotesk"/>
                <a:cs typeface="Hanken Grotesk"/>
                <a:sym typeface="Hanken Grotesk"/>
              </a:rPr>
              <a:t>Word Count được thực hiện hiệu quả nhất trên kiến trúc phân tán như </a:t>
            </a:r>
            <a:r>
              <a:rPr b="1" lang="en" sz="1800">
                <a:latin typeface="Hanken Grotesk"/>
                <a:ea typeface="Hanken Grotesk"/>
                <a:cs typeface="Hanken Grotesk"/>
                <a:sym typeface="Hanken Grotesk"/>
              </a:rPr>
              <a:t>MapReduce</a:t>
            </a:r>
            <a:r>
              <a:rPr lang="en" sz="1800">
                <a:latin typeface="Hanken Grotesk"/>
                <a:ea typeface="Hanken Grotesk"/>
                <a:cs typeface="Hanken Grotesk"/>
                <a:sym typeface="Hanken Grotesk"/>
              </a:rPr>
              <a:t> (Hadoop) hoặc </a:t>
            </a:r>
            <a:r>
              <a:rPr b="1" lang="en" sz="1800">
                <a:latin typeface="Hanken Grotesk"/>
                <a:ea typeface="Hanken Grotesk"/>
                <a:cs typeface="Hanken Grotesk"/>
                <a:sym typeface="Hanken Grotesk"/>
              </a:rPr>
              <a:t>Apache Spark</a:t>
            </a:r>
            <a:r>
              <a:rPr lang="en" sz="1800">
                <a:latin typeface="Hanken Grotesk"/>
                <a:ea typeface="Hanken Grotesk"/>
                <a:cs typeface="Hanken Grotesk"/>
                <a:sym typeface="Hanken Grotesk"/>
              </a:rPr>
              <a:t>.</a:t>
            </a:r>
            <a:endParaRPr sz="1800">
              <a:latin typeface="Hanken Grotesk"/>
              <a:ea typeface="Hanken Grotesk"/>
              <a:cs typeface="Hanken Grotesk"/>
              <a:sym typeface="Hanken Grotesk"/>
            </a:endParaRPr>
          </a:p>
          <a:p>
            <a:pPr indent="-342900" lvl="0" marL="457200" rtl="0" algn="l">
              <a:lnSpc>
                <a:spcPct val="115000"/>
              </a:lnSpc>
              <a:spcBef>
                <a:spcPts val="1200"/>
              </a:spcBef>
              <a:spcAft>
                <a:spcPts val="0"/>
              </a:spcAft>
              <a:buSzPts val="1800"/>
              <a:buChar char="●"/>
            </a:pPr>
            <a:r>
              <a:rPr b="1" lang="en" sz="1800">
                <a:latin typeface="Hanken Grotesk"/>
                <a:ea typeface="Hanken Grotesk"/>
                <a:cs typeface="Hanken Grotesk"/>
                <a:sym typeface="Hanken Grotesk"/>
              </a:rPr>
              <a:t>Chia nhỏ (Splitting/Input):</a:t>
            </a:r>
            <a:r>
              <a:rPr lang="en" sz="1800">
                <a:latin typeface="Hanken Grotesk"/>
                <a:ea typeface="Hanken Grotesk"/>
                <a:cs typeface="Hanken Grotesk"/>
                <a:sym typeface="Hanken Grotesk"/>
              </a:rPr>
              <a:t> Tập tin văn bản lớn được chia thành các khối nhỏ (Partition/Split).</a:t>
            </a:r>
            <a:endParaRPr sz="1800">
              <a:latin typeface="Hanken Grotesk"/>
              <a:ea typeface="Hanken Grotesk"/>
              <a:cs typeface="Hanken Grotesk"/>
              <a:sym typeface="Hanken Grotesk"/>
            </a:endParaRPr>
          </a:p>
          <a:p>
            <a:pPr indent="-342900" lvl="0" marL="457200" rtl="0" algn="l">
              <a:lnSpc>
                <a:spcPct val="115000"/>
              </a:lnSpc>
              <a:spcBef>
                <a:spcPts val="0"/>
              </a:spcBef>
              <a:spcAft>
                <a:spcPts val="0"/>
              </a:spcAft>
              <a:buSzPts val="1800"/>
              <a:buChar char="●"/>
            </a:pPr>
            <a:r>
              <a:rPr b="1" lang="en" sz="1800">
                <a:latin typeface="Hanken Grotesk"/>
                <a:ea typeface="Hanken Grotesk"/>
                <a:cs typeface="Hanken Grotesk"/>
                <a:sym typeface="Hanken Grotesk"/>
              </a:rPr>
              <a:t>Xử lý độc lập:</a:t>
            </a:r>
            <a:r>
              <a:rPr lang="en" sz="1800">
                <a:latin typeface="Hanken Grotesk"/>
                <a:ea typeface="Hanken Grotesk"/>
                <a:cs typeface="Hanken Grotesk"/>
                <a:sym typeface="Hanken Grotesk"/>
              </a:rPr>
              <a:t> Các khối dữ liệu này được gửi đến các máy con (Worker Nodes) để xử lý </a:t>
            </a:r>
            <a:r>
              <a:rPr b="1" lang="en" sz="1800">
                <a:latin typeface="Hanken Grotesk"/>
                <a:ea typeface="Hanken Grotesk"/>
                <a:cs typeface="Hanken Grotesk"/>
                <a:sym typeface="Hanken Grotesk"/>
              </a:rPr>
              <a:t>song song</a:t>
            </a:r>
            <a:r>
              <a:rPr lang="en" sz="1800">
                <a:latin typeface="Hanken Grotesk"/>
                <a:ea typeface="Hanken Grotesk"/>
                <a:cs typeface="Hanken Grotesk"/>
                <a:sym typeface="Hanken Grotesk"/>
              </a:rPr>
              <a:t>.</a:t>
            </a:r>
            <a:endParaRPr sz="1800">
              <a:latin typeface="Hanken Grotesk"/>
              <a:ea typeface="Hanken Grotesk"/>
              <a:cs typeface="Hanken Grotesk"/>
              <a:sym typeface="Hanken Grotesk"/>
            </a:endParaRPr>
          </a:p>
          <a:p>
            <a:pPr indent="0" lvl="0" marL="0" rtl="0" algn="l">
              <a:spcBef>
                <a:spcPts val="1200"/>
              </a:spcBef>
              <a:spcAft>
                <a:spcPts val="0"/>
              </a:spcAft>
              <a:buNone/>
            </a:pPr>
            <a:r>
              <a:t/>
            </a:r>
            <a:endParaRPr b="1" sz="1800">
              <a:latin typeface="Hanken Grotesk"/>
              <a:ea typeface="Hanken Grotesk"/>
              <a:cs typeface="Hanken Grotesk"/>
              <a:sym typeface="Hanken Grotes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5"/>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Đếm chữ với mô hình song song</a:t>
            </a:r>
            <a:endParaRPr b="1">
              <a:latin typeface="Arial"/>
              <a:ea typeface="Arial"/>
              <a:cs typeface="Arial"/>
              <a:sym typeface="Arial"/>
            </a:endParaRPr>
          </a:p>
        </p:txBody>
      </p:sp>
      <p:pic>
        <p:nvPicPr>
          <p:cNvPr id="312" name="Google Shape;312;p45"/>
          <p:cNvPicPr preferRelativeResize="0"/>
          <p:nvPr/>
        </p:nvPicPr>
        <p:blipFill>
          <a:blip r:embed="rId3">
            <a:alphaModFix/>
          </a:blip>
          <a:stretch>
            <a:fillRect/>
          </a:stretch>
        </p:blipFill>
        <p:spPr>
          <a:xfrm>
            <a:off x="230463" y="814450"/>
            <a:ext cx="8683065" cy="3849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6"/>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Hanken Grotesk"/>
                <a:ea typeface="Hanken Grotesk"/>
                <a:cs typeface="Hanken Grotesk"/>
                <a:sym typeface="Hanken Grotesk"/>
              </a:rPr>
              <a:t>So sánh Word Count khi sử dụng Spark với không sử dụng:</a:t>
            </a:r>
            <a:endParaRPr b="1">
              <a:latin typeface="Hanken Grotesk"/>
              <a:ea typeface="Hanken Grotesk"/>
              <a:cs typeface="Hanken Grotesk"/>
              <a:sym typeface="Hanken Grotesk"/>
            </a:endParaRPr>
          </a:p>
        </p:txBody>
      </p:sp>
      <p:graphicFrame>
        <p:nvGraphicFramePr>
          <p:cNvPr id="318" name="Google Shape;318;p46"/>
          <p:cNvGraphicFramePr/>
          <p:nvPr/>
        </p:nvGraphicFramePr>
        <p:xfrm>
          <a:off x="1328738" y="1167800"/>
          <a:ext cx="3000000" cy="3000000"/>
        </p:xfrm>
        <a:graphic>
          <a:graphicData uri="http://schemas.openxmlformats.org/drawingml/2006/table">
            <a:tbl>
              <a:tblPr>
                <a:noFill/>
                <a:tableStyleId>{45143824-4209-4CCC-8594-816159CD4A64}</a:tableStyleId>
              </a:tblPr>
              <a:tblGrid>
                <a:gridCol w="2162175"/>
                <a:gridCol w="2162175"/>
                <a:gridCol w="2162175"/>
              </a:tblGrid>
              <a:tr h="581025">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Thời gian chạy tuần tự</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Thời gian chạy song song</a:t>
                      </a:r>
                      <a:br>
                        <a:rPr lang="en" sz="1300">
                          <a:latin typeface="Times New Roman"/>
                          <a:ea typeface="Times New Roman"/>
                          <a:cs typeface="Times New Roman"/>
                          <a:sym typeface="Times New Roman"/>
                        </a:rPr>
                      </a:br>
                      <a:r>
                        <a:rPr lang="en" sz="1300">
                          <a:latin typeface="Times New Roman"/>
                          <a:ea typeface="Times New Roman"/>
                          <a:cs typeface="Times New Roman"/>
                          <a:sym typeface="Times New Roman"/>
                        </a:rPr>
                        <a:t> (2 workers node – 24 cores)</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Thời gian chạy song song</a:t>
                      </a:r>
                      <a:br>
                        <a:rPr lang="en" sz="1300">
                          <a:latin typeface="Times New Roman"/>
                          <a:ea typeface="Times New Roman"/>
                          <a:cs typeface="Times New Roman"/>
                          <a:sym typeface="Times New Roman"/>
                        </a:rPr>
                      </a:br>
                      <a:r>
                        <a:rPr lang="en" sz="1300">
                          <a:latin typeface="Times New Roman"/>
                          <a:ea typeface="Times New Roman"/>
                          <a:cs typeface="Times New Roman"/>
                          <a:sym typeface="Times New Roman"/>
                        </a:rPr>
                        <a:t> (1 worker node – 8 cores)</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8150">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0.0000</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8.0992</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Times New Roman"/>
                          <a:ea typeface="Times New Roman"/>
                          <a:cs typeface="Times New Roman"/>
                          <a:sym typeface="Times New Roman"/>
                        </a:rPr>
                        <a:t>8.2484</a:t>
                      </a:r>
                      <a:endParaRPr sz="13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319" name="Google Shape;319;p46"/>
          <p:cNvPicPr preferRelativeResize="0"/>
          <p:nvPr/>
        </p:nvPicPr>
        <p:blipFill>
          <a:blip r:embed="rId3">
            <a:alphaModFix/>
          </a:blip>
          <a:stretch>
            <a:fillRect/>
          </a:stretch>
        </p:blipFill>
        <p:spPr>
          <a:xfrm>
            <a:off x="1254388" y="2327625"/>
            <a:ext cx="6635222" cy="2592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7"/>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Hanken Grotesk"/>
                <a:ea typeface="Hanken Grotesk"/>
                <a:cs typeface="Hanken Grotesk"/>
                <a:sym typeface="Hanken Grotesk"/>
              </a:rPr>
              <a:t>So sánh Word Count với độ lớn dữ liệu tăng dần</a:t>
            </a:r>
            <a:endParaRPr b="1">
              <a:latin typeface="Hanken Grotesk"/>
              <a:ea typeface="Hanken Grotesk"/>
              <a:cs typeface="Hanken Grotesk"/>
              <a:sym typeface="Hanken Grotesk"/>
            </a:endParaRPr>
          </a:p>
        </p:txBody>
      </p:sp>
      <p:pic>
        <p:nvPicPr>
          <p:cNvPr id="325" name="Google Shape;325;p47"/>
          <p:cNvPicPr preferRelativeResize="0"/>
          <p:nvPr/>
        </p:nvPicPr>
        <p:blipFill>
          <a:blip r:embed="rId3">
            <a:alphaModFix/>
          </a:blip>
          <a:stretch>
            <a:fillRect/>
          </a:stretch>
        </p:blipFill>
        <p:spPr>
          <a:xfrm>
            <a:off x="1524525" y="638977"/>
            <a:ext cx="6094950" cy="3104625"/>
          </a:xfrm>
          <a:prstGeom prst="rect">
            <a:avLst/>
          </a:prstGeom>
          <a:noFill/>
          <a:ln>
            <a:noFill/>
          </a:ln>
        </p:spPr>
      </p:pic>
      <p:sp>
        <p:nvSpPr>
          <p:cNvPr id="326" name="Google Shape;326;p47"/>
          <p:cNvSpPr txBox="1"/>
          <p:nvPr/>
        </p:nvSpPr>
        <p:spPr>
          <a:xfrm>
            <a:off x="408975" y="3782925"/>
            <a:ext cx="8470200" cy="1185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300">
                <a:latin typeface="Times New Roman"/>
                <a:ea typeface="Times New Roman"/>
                <a:cs typeface="Times New Roman"/>
                <a:sym typeface="Times New Roman"/>
              </a:rPr>
              <a:t>Nguyên nhân chính nằm ở chi phí khởi tạo và độ trễ giao tiếp mạng của Spark là quá lớn so với thời gian tính toán thực tế. Trong khi Python tận dụng tối đa tốc độ truy xuất trực tiếp của RAM trên đơn máy, Spark lại tiêu tốn tài nguyên cho việc quản lý Executors và quá trình Shuffle dữ liệu giữa các node. Điều này khẳng định rằng công nghệ phân tán chỉ thực sự trở nên cần thiết khi dữ liệu vượt quá giới hạn phần cứng của một máy đơn lẻ (Big Data), còn với dữ liệu nằm trong khả năng của RAM, giải pháp tuần tự vẫn là tối ưu nhất.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8"/>
          <p:cNvSpPr txBox="1"/>
          <p:nvPr>
            <p:ph type="title"/>
          </p:nvPr>
        </p:nvSpPr>
        <p:spPr>
          <a:xfrm>
            <a:off x="1745150" y="1239275"/>
            <a:ext cx="6825600" cy="1462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5. Random Forest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9"/>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Hanken Grotesk"/>
                <a:ea typeface="Hanken Grotesk"/>
                <a:cs typeface="Hanken Grotesk"/>
                <a:sym typeface="Hanken Grotesk"/>
              </a:rPr>
              <a:t>Giới thiệu Random Forest (Rừng ngẫu nhiên)</a:t>
            </a:r>
            <a:endParaRPr b="1">
              <a:latin typeface="Hanken Grotesk"/>
              <a:ea typeface="Hanken Grotesk"/>
              <a:cs typeface="Hanken Grotesk"/>
              <a:sym typeface="Hanken Grotesk"/>
            </a:endParaRPr>
          </a:p>
        </p:txBody>
      </p:sp>
      <p:sp>
        <p:nvSpPr>
          <p:cNvPr id="337" name="Google Shape;337;p49"/>
          <p:cNvSpPr txBox="1"/>
          <p:nvPr/>
        </p:nvSpPr>
        <p:spPr>
          <a:xfrm>
            <a:off x="828450" y="1561825"/>
            <a:ext cx="7487100" cy="23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Hanken Grotesk"/>
                <a:ea typeface="Hanken Grotesk"/>
                <a:cs typeface="Hanken Grotesk"/>
                <a:sym typeface="Hanken Grotesk"/>
              </a:rPr>
              <a:t>Định nghĩa:</a:t>
            </a:r>
            <a:r>
              <a:rPr lang="en" sz="1800">
                <a:latin typeface="Hanken Grotesk"/>
                <a:ea typeface="Hanken Grotesk"/>
                <a:cs typeface="Hanken Grotesk"/>
                <a:sym typeface="Hanken Grotesk"/>
              </a:rPr>
              <a:t> Random Forest là một thuật toán học máy kết hợp (Ensemble Learning) mạnh mẽ, được sử dụng cho cả bài toán </a:t>
            </a:r>
            <a:r>
              <a:rPr b="1" lang="en" sz="1800">
                <a:latin typeface="Hanken Grotesk"/>
                <a:ea typeface="Hanken Grotesk"/>
                <a:cs typeface="Hanken Grotesk"/>
                <a:sym typeface="Hanken Grotesk"/>
              </a:rPr>
              <a:t>Phân loại (Classification)</a:t>
            </a:r>
            <a:r>
              <a:rPr lang="en" sz="1800">
                <a:latin typeface="Hanken Grotesk"/>
                <a:ea typeface="Hanken Grotesk"/>
                <a:cs typeface="Hanken Grotesk"/>
                <a:sym typeface="Hanken Grotesk"/>
              </a:rPr>
              <a:t> và </a:t>
            </a:r>
            <a:r>
              <a:rPr b="1" lang="en" sz="1800">
                <a:latin typeface="Hanken Grotesk"/>
                <a:ea typeface="Hanken Grotesk"/>
                <a:cs typeface="Hanken Grotesk"/>
                <a:sym typeface="Hanken Grotesk"/>
              </a:rPr>
              <a:t>Hồi quy (Regression)</a:t>
            </a:r>
            <a:r>
              <a:rPr lang="en" sz="1800">
                <a:latin typeface="Hanken Grotesk"/>
                <a:ea typeface="Hanken Grotesk"/>
                <a:cs typeface="Hanken Grotesk"/>
                <a:sym typeface="Hanken Grotesk"/>
              </a:rPr>
              <a:t>.</a:t>
            </a:r>
            <a:endParaRPr sz="1800">
              <a:latin typeface="Hanken Grotesk"/>
              <a:ea typeface="Hanken Grotesk"/>
              <a:cs typeface="Hanken Grotesk"/>
              <a:sym typeface="Hanken Grotesk"/>
            </a:endParaRPr>
          </a:p>
          <a:p>
            <a:pPr indent="0" lvl="0" marL="0" rtl="0" algn="l">
              <a:spcBef>
                <a:spcPts val="0"/>
              </a:spcBef>
              <a:spcAft>
                <a:spcPts val="0"/>
              </a:spcAft>
              <a:buNone/>
            </a:pPr>
            <a:r>
              <a:t/>
            </a:r>
            <a:endParaRPr sz="1800">
              <a:latin typeface="Hanken Grotesk"/>
              <a:ea typeface="Hanken Grotesk"/>
              <a:cs typeface="Hanken Grotesk"/>
              <a:sym typeface="Hanken Grotesk"/>
            </a:endParaRPr>
          </a:p>
          <a:p>
            <a:pPr indent="0" lvl="0" marL="0" rtl="0" algn="l">
              <a:spcBef>
                <a:spcPts val="0"/>
              </a:spcBef>
              <a:spcAft>
                <a:spcPts val="0"/>
              </a:spcAft>
              <a:buNone/>
            </a:pPr>
            <a:r>
              <a:rPr b="1" lang="en" sz="1800">
                <a:latin typeface="Hanken Grotesk"/>
                <a:ea typeface="Hanken Grotesk"/>
                <a:cs typeface="Hanken Grotesk"/>
                <a:sym typeface="Hanken Grotesk"/>
              </a:rPr>
              <a:t>Cơ chế:</a:t>
            </a:r>
            <a:r>
              <a:rPr lang="en" sz="1800">
                <a:latin typeface="Hanken Grotesk"/>
                <a:ea typeface="Hanken Grotesk"/>
                <a:cs typeface="Hanken Grotesk"/>
                <a:sym typeface="Hanken Grotesk"/>
              </a:rPr>
              <a:t> Nó hoạt động bằng cách xây dựng một lượng lớn (Forest) các </a:t>
            </a:r>
            <a:r>
              <a:rPr b="1" lang="en" sz="1800">
                <a:latin typeface="Hanken Grotesk"/>
                <a:ea typeface="Hanken Grotesk"/>
                <a:cs typeface="Hanken Grotesk"/>
                <a:sym typeface="Hanken Grotesk"/>
              </a:rPr>
              <a:t>Cây Quyết định (Decision Trees)</a:t>
            </a:r>
            <a:r>
              <a:rPr lang="en" sz="1800">
                <a:latin typeface="Hanken Grotesk"/>
                <a:ea typeface="Hanken Grotesk"/>
                <a:cs typeface="Hanken Grotesk"/>
                <a:sym typeface="Hanken Grotesk"/>
              </a:rPr>
              <a:t> riêng lẻ.</a:t>
            </a:r>
            <a:endParaRPr sz="1800">
              <a:latin typeface="Hanken Grotesk"/>
              <a:ea typeface="Hanken Grotesk"/>
              <a:cs typeface="Hanken Grotesk"/>
              <a:sym typeface="Hanken Grotesk"/>
            </a:endParaRPr>
          </a:p>
          <a:p>
            <a:pPr indent="0" lvl="0" marL="0" rtl="0" algn="l">
              <a:spcBef>
                <a:spcPts val="0"/>
              </a:spcBef>
              <a:spcAft>
                <a:spcPts val="0"/>
              </a:spcAft>
              <a:buNone/>
            </a:pPr>
            <a:r>
              <a:t/>
            </a:r>
            <a:endParaRPr sz="1800">
              <a:latin typeface="Hanken Grotesk"/>
              <a:ea typeface="Hanken Grotesk"/>
              <a:cs typeface="Hanken Grotesk"/>
              <a:sym typeface="Hanken Grotesk"/>
            </a:endParaRPr>
          </a:p>
          <a:p>
            <a:pPr indent="0" lvl="0" marL="0" rtl="0" algn="l">
              <a:spcBef>
                <a:spcPts val="0"/>
              </a:spcBef>
              <a:spcAft>
                <a:spcPts val="0"/>
              </a:spcAft>
              <a:buNone/>
            </a:pPr>
            <a:r>
              <a:rPr b="1" lang="en" sz="1800">
                <a:latin typeface="Hanken Grotesk"/>
                <a:ea typeface="Hanken Grotesk"/>
                <a:cs typeface="Hanken Grotesk"/>
                <a:sym typeface="Hanken Grotesk"/>
              </a:rPr>
              <a:t>Mục tiêu:</a:t>
            </a:r>
            <a:r>
              <a:rPr lang="en" sz="1800">
                <a:latin typeface="Hanken Grotesk"/>
                <a:ea typeface="Hanken Grotesk"/>
                <a:cs typeface="Hanken Grotesk"/>
                <a:sym typeface="Hanken Grotesk"/>
              </a:rPr>
              <a:t> Giảm thiểu hiện tượng </a:t>
            </a:r>
            <a:r>
              <a:rPr b="1" lang="en" sz="1800">
                <a:latin typeface="Hanken Grotesk"/>
                <a:ea typeface="Hanken Grotesk"/>
                <a:cs typeface="Hanken Grotesk"/>
                <a:sym typeface="Hanken Grotesk"/>
              </a:rPr>
              <a:t>Overfitting (Quá khớp)</a:t>
            </a:r>
            <a:r>
              <a:rPr lang="en" sz="1800">
                <a:latin typeface="Hanken Grotesk"/>
                <a:ea typeface="Hanken Grotesk"/>
                <a:cs typeface="Hanken Grotesk"/>
                <a:sym typeface="Hanken Grotesk"/>
              </a:rPr>
              <a:t> và cải thiện độ chính xác (Accuracy) so với một cây quyết định đơn lẻ.</a:t>
            </a:r>
            <a:endParaRPr sz="1800">
              <a:latin typeface="Hanken Grotesk"/>
              <a:ea typeface="Hanken Grotesk"/>
              <a:cs typeface="Hanken Grotesk"/>
              <a:sym typeface="Hanken Grotesk"/>
            </a:endParaRPr>
          </a:p>
          <a:p>
            <a:pPr indent="0" lvl="0" marL="0" rtl="0" algn="l">
              <a:spcBef>
                <a:spcPts val="0"/>
              </a:spcBef>
              <a:spcAft>
                <a:spcPts val="0"/>
              </a:spcAft>
              <a:buNone/>
            </a:pPr>
            <a:r>
              <a:t/>
            </a:r>
            <a:endParaRPr b="1" sz="1800">
              <a:latin typeface="Hanken Grotesk"/>
              <a:ea typeface="Hanken Grotesk"/>
              <a:cs typeface="Hanken Grotesk"/>
              <a:sym typeface="Hanken Grotesk"/>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0"/>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RF với mô hình tuần tự</a:t>
            </a:r>
            <a:endParaRPr b="1">
              <a:latin typeface="Arial"/>
              <a:ea typeface="Arial"/>
              <a:cs typeface="Arial"/>
              <a:sym typeface="Arial"/>
            </a:endParaRPr>
          </a:p>
        </p:txBody>
      </p:sp>
      <p:pic>
        <p:nvPicPr>
          <p:cNvPr id="343" name="Google Shape;343;p50"/>
          <p:cNvPicPr preferRelativeResize="0"/>
          <p:nvPr/>
        </p:nvPicPr>
        <p:blipFill>
          <a:blip r:embed="rId3">
            <a:alphaModFix/>
          </a:blip>
          <a:stretch>
            <a:fillRect/>
          </a:stretch>
        </p:blipFill>
        <p:spPr>
          <a:xfrm>
            <a:off x="689525" y="633900"/>
            <a:ext cx="7764951" cy="43571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1"/>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Hanken Grotesk"/>
                <a:ea typeface="Hanken Grotesk"/>
                <a:cs typeface="Hanken Grotesk"/>
                <a:sym typeface="Hanken Grotesk"/>
              </a:rPr>
              <a:t>Ưu điểm</a:t>
            </a:r>
            <a:r>
              <a:rPr b="1" lang="en">
                <a:latin typeface="Hanken Grotesk"/>
                <a:ea typeface="Hanken Grotesk"/>
                <a:cs typeface="Hanken Grotesk"/>
                <a:sym typeface="Hanken Grotesk"/>
              </a:rPr>
              <a:t> Random Forest (Rừng ngẫu nhiên)</a:t>
            </a:r>
            <a:endParaRPr b="1">
              <a:latin typeface="Hanken Grotesk"/>
              <a:ea typeface="Hanken Grotesk"/>
              <a:cs typeface="Hanken Grotesk"/>
              <a:sym typeface="Hanken Grotesk"/>
            </a:endParaRPr>
          </a:p>
        </p:txBody>
      </p:sp>
      <p:sp>
        <p:nvSpPr>
          <p:cNvPr id="349" name="Google Shape;349;p51"/>
          <p:cNvSpPr txBox="1"/>
          <p:nvPr/>
        </p:nvSpPr>
        <p:spPr>
          <a:xfrm>
            <a:off x="926700" y="1270822"/>
            <a:ext cx="7290600" cy="23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Hanken Grotesk"/>
                <a:ea typeface="Hanken Grotesk"/>
                <a:cs typeface="Hanken Grotesk"/>
                <a:sym typeface="Hanken Grotesk"/>
              </a:rPr>
              <a:t>Độ chính xác cao:</a:t>
            </a:r>
            <a:r>
              <a:rPr lang="en" sz="1800">
                <a:latin typeface="Hanken Grotesk"/>
                <a:ea typeface="Hanken Grotesk"/>
                <a:cs typeface="Hanken Grotesk"/>
                <a:sym typeface="Hanken Grotesk"/>
              </a:rPr>
              <a:t> Thường cho kết quả tốt hơn nhiều thuật toán đơn lẻ khác.</a:t>
            </a:r>
            <a:endParaRPr sz="1800">
              <a:latin typeface="Hanken Grotesk"/>
              <a:ea typeface="Hanken Grotesk"/>
              <a:cs typeface="Hanken Grotesk"/>
              <a:sym typeface="Hanken Grotesk"/>
            </a:endParaRPr>
          </a:p>
          <a:p>
            <a:pPr indent="0" lvl="0" marL="0" rtl="0" algn="l">
              <a:spcBef>
                <a:spcPts val="0"/>
              </a:spcBef>
              <a:spcAft>
                <a:spcPts val="0"/>
              </a:spcAft>
              <a:buNone/>
            </a:pPr>
            <a:r>
              <a:t/>
            </a:r>
            <a:endParaRPr sz="1800">
              <a:latin typeface="Hanken Grotesk"/>
              <a:ea typeface="Hanken Grotesk"/>
              <a:cs typeface="Hanken Grotesk"/>
              <a:sym typeface="Hanken Grotesk"/>
            </a:endParaRPr>
          </a:p>
          <a:p>
            <a:pPr indent="0" lvl="0" marL="0" rtl="0" algn="l">
              <a:spcBef>
                <a:spcPts val="0"/>
              </a:spcBef>
              <a:spcAft>
                <a:spcPts val="0"/>
              </a:spcAft>
              <a:buNone/>
            </a:pPr>
            <a:r>
              <a:rPr b="1" lang="en" sz="1800">
                <a:latin typeface="Hanken Grotesk"/>
                <a:ea typeface="Hanken Grotesk"/>
                <a:cs typeface="Hanken Grotesk"/>
                <a:sym typeface="Hanken Grotesk"/>
              </a:rPr>
              <a:t>Chống Overfitting:</a:t>
            </a:r>
            <a:r>
              <a:rPr lang="en" sz="1800">
                <a:latin typeface="Hanken Grotesk"/>
                <a:ea typeface="Hanken Grotesk"/>
                <a:cs typeface="Hanken Grotesk"/>
                <a:sym typeface="Hanken Grotesk"/>
              </a:rPr>
              <a:t> Nhờ tính ngẫu nhiên và kỹ thuật Bagging.</a:t>
            </a:r>
            <a:endParaRPr sz="1800">
              <a:latin typeface="Hanken Grotesk"/>
              <a:ea typeface="Hanken Grotesk"/>
              <a:cs typeface="Hanken Grotesk"/>
              <a:sym typeface="Hanken Grotesk"/>
            </a:endParaRPr>
          </a:p>
          <a:p>
            <a:pPr indent="0" lvl="0" marL="0" rtl="0" algn="l">
              <a:spcBef>
                <a:spcPts val="0"/>
              </a:spcBef>
              <a:spcAft>
                <a:spcPts val="0"/>
              </a:spcAft>
              <a:buNone/>
            </a:pPr>
            <a:r>
              <a:t/>
            </a:r>
            <a:endParaRPr sz="1800">
              <a:latin typeface="Hanken Grotesk"/>
              <a:ea typeface="Hanken Grotesk"/>
              <a:cs typeface="Hanken Grotesk"/>
              <a:sym typeface="Hanken Grotesk"/>
            </a:endParaRPr>
          </a:p>
          <a:p>
            <a:pPr indent="0" lvl="0" marL="0" rtl="0" algn="l">
              <a:spcBef>
                <a:spcPts val="0"/>
              </a:spcBef>
              <a:spcAft>
                <a:spcPts val="0"/>
              </a:spcAft>
              <a:buNone/>
            </a:pPr>
            <a:r>
              <a:rPr b="1" lang="en" sz="1800">
                <a:latin typeface="Hanken Grotesk"/>
                <a:ea typeface="Hanken Grotesk"/>
                <a:cs typeface="Hanken Grotesk"/>
                <a:sym typeface="Hanken Grotesk"/>
              </a:rPr>
              <a:t>Xử lý Dữ liệu Lớn:</a:t>
            </a:r>
            <a:r>
              <a:rPr lang="en" sz="1800">
                <a:latin typeface="Hanken Grotesk"/>
                <a:ea typeface="Hanken Grotesk"/>
                <a:cs typeface="Hanken Grotesk"/>
                <a:sym typeface="Hanken Grotesk"/>
              </a:rPr>
              <a:t> Khả năng mở rộng tốt do tính chất hoạt động song song.</a:t>
            </a:r>
            <a:endParaRPr sz="1800">
              <a:latin typeface="Hanken Grotesk"/>
              <a:ea typeface="Hanken Grotesk"/>
              <a:cs typeface="Hanken Grotesk"/>
              <a:sym typeface="Hanken Grotesk"/>
            </a:endParaRPr>
          </a:p>
          <a:p>
            <a:pPr indent="0" lvl="0" marL="0" rtl="0" algn="l">
              <a:spcBef>
                <a:spcPts val="0"/>
              </a:spcBef>
              <a:spcAft>
                <a:spcPts val="0"/>
              </a:spcAft>
              <a:buNone/>
            </a:pPr>
            <a:r>
              <a:t/>
            </a:r>
            <a:endParaRPr sz="1800">
              <a:latin typeface="Hanken Grotesk"/>
              <a:ea typeface="Hanken Grotesk"/>
              <a:cs typeface="Hanken Grotesk"/>
              <a:sym typeface="Hanken Grotesk"/>
            </a:endParaRPr>
          </a:p>
          <a:p>
            <a:pPr indent="0" lvl="0" marL="0" rtl="0" algn="l">
              <a:spcBef>
                <a:spcPts val="0"/>
              </a:spcBef>
              <a:spcAft>
                <a:spcPts val="0"/>
              </a:spcAft>
              <a:buNone/>
            </a:pPr>
            <a:r>
              <a:rPr b="1" lang="en" sz="1800">
                <a:latin typeface="Hanken Grotesk"/>
                <a:ea typeface="Hanken Grotesk"/>
                <a:cs typeface="Hanken Grotesk"/>
                <a:sym typeface="Hanken Grotesk"/>
              </a:rPr>
              <a:t>Ít cần tinh chỉnh:</a:t>
            </a:r>
            <a:r>
              <a:rPr lang="en" sz="1800">
                <a:latin typeface="Hanken Grotesk"/>
                <a:ea typeface="Hanken Grotesk"/>
                <a:cs typeface="Hanken Grotesk"/>
                <a:sym typeface="Hanken Grotesk"/>
              </a:rPr>
              <a:t> Hiếm khi cần chuẩn hóa (Normalization) dữ liệu và ít bị ảnh hưởng bởi dữ liệu ngoại lai (Outliers).</a:t>
            </a:r>
            <a:endParaRPr sz="1800">
              <a:latin typeface="Hanken Grotesk"/>
              <a:ea typeface="Hanken Grotesk"/>
              <a:cs typeface="Hanken Grotesk"/>
              <a:sym typeface="Hanken Grotesk"/>
            </a:endParaRPr>
          </a:p>
          <a:p>
            <a:pPr indent="0" lvl="0" marL="0" rtl="0" algn="l">
              <a:spcBef>
                <a:spcPts val="0"/>
              </a:spcBef>
              <a:spcAft>
                <a:spcPts val="0"/>
              </a:spcAft>
              <a:buNone/>
            </a:pPr>
            <a:r>
              <a:t/>
            </a:r>
            <a:endParaRPr b="1" sz="1800">
              <a:latin typeface="Hanken Grotesk"/>
              <a:ea typeface="Hanken Grotesk"/>
              <a:cs typeface="Hanken Grotesk"/>
              <a:sym typeface="Hanken Grotesk"/>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2"/>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RF với mô hình song song</a:t>
            </a:r>
            <a:endParaRPr b="1">
              <a:latin typeface="Arial"/>
              <a:ea typeface="Arial"/>
              <a:cs typeface="Arial"/>
              <a:sym typeface="Arial"/>
            </a:endParaRPr>
          </a:p>
        </p:txBody>
      </p:sp>
      <p:pic>
        <p:nvPicPr>
          <p:cNvPr id="355" name="Google Shape;355;p52"/>
          <p:cNvPicPr preferRelativeResize="0"/>
          <p:nvPr/>
        </p:nvPicPr>
        <p:blipFill>
          <a:blip r:embed="rId3">
            <a:alphaModFix/>
          </a:blip>
          <a:stretch>
            <a:fillRect/>
          </a:stretch>
        </p:blipFill>
        <p:spPr>
          <a:xfrm>
            <a:off x="327200" y="743100"/>
            <a:ext cx="8489594" cy="40956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3"/>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RF với mô hình song song (1 worker)</a:t>
            </a:r>
            <a:endParaRPr b="1">
              <a:latin typeface="Arial"/>
              <a:ea typeface="Arial"/>
              <a:cs typeface="Arial"/>
              <a:sym typeface="Arial"/>
            </a:endParaRPr>
          </a:p>
        </p:txBody>
      </p:sp>
      <p:pic>
        <p:nvPicPr>
          <p:cNvPr id="361" name="Google Shape;361;p53"/>
          <p:cNvPicPr preferRelativeResize="0"/>
          <p:nvPr/>
        </p:nvPicPr>
        <p:blipFill>
          <a:blip r:embed="rId3">
            <a:alphaModFix/>
          </a:blip>
          <a:stretch>
            <a:fillRect/>
          </a:stretch>
        </p:blipFill>
        <p:spPr>
          <a:xfrm>
            <a:off x="810238" y="919236"/>
            <a:ext cx="7523526" cy="33050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4"/>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RF với mô hình song song (2 workers)</a:t>
            </a:r>
            <a:endParaRPr b="1">
              <a:latin typeface="Arial"/>
              <a:ea typeface="Arial"/>
              <a:cs typeface="Arial"/>
              <a:sym typeface="Arial"/>
            </a:endParaRPr>
          </a:p>
        </p:txBody>
      </p:sp>
      <p:pic>
        <p:nvPicPr>
          <p:cNvPr id="367" name="Google Shape;367;p54"/>
          <p:cNvPicPr preferRelativeResize="0"/>
          <p:nvPr/>
        </p:nvPicPr>
        <p:blipFill>
          <a:blip r:embed="rId3">
            <a:alphaModFix/>
          </a:blip>
          <a:stretch>
            <a:fillRect/>
          </a:stretch>
        </p:blipFill>
        <p:spPr>
          <a:xfrm>
            <a:off x="839800" y="935913"/>
            <a:ext cx="7464399" cy="32716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5"/>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Nhận xét chung</a:t>
            </a:r>
            <a:endParaRPr b="1">
              <a:latin typeface="Arial"/>
              <a:ea typeface="Arial"/>
              <a:cs typeface="Arial"/>
              <a:sym typeface="Arial"/>
            </a:endParaRPr>
          </a:p>
        </p:txBody>
      </p:sp>
      <p:graphicFrame>
        <p:nvGraphicFramePr>
          <p:cNvPr id="373" name="Google Shape;373;p55"/>
          <p:cNvGraphicFramePr/>
          <p:nvPr/>
        </p:nvGraphicFramePr>
        <p:xfrm>
          <a:off x="1704350" y="605587"/>
          <a:ext cx="3000000" cy="3000000"/>
        </p:xfrm>
        <a:graphic>
          <a:graphicData uri="http://schemas.openxmlformats.org/drawingml/2006/table">
            <a:tbl>
              <a:tblPr>
                <a:noFill/>
                <a:tableStyleId>{45143824-4209-4CCC-8594-816159CD4A64}</a:tableStyleId>
              </a:tblPr>
              <a:tblGrid>
                <a:gridCol w="646575"/>
                <a:gridCol w="1125500"/>
                <a:gridCol w="1131500"/>
                <a:gridCol w="1412875"/>
                <a:gridCol w="1418850"/>
              </a:tblGrid>
              <a:tr h="472050">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Độ lớn (dòng)</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Thời gian chạy tuần tự lần 1</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Thời gian chạy tuần tự lần 2</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Thời gian chạy song song với Spark</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 (cụm 1 worker node)</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Thời gian chạy song song với Spark</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 (cụm 2 workers node)</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0675">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100000</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3.6</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3.71</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30.1</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89.74</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0675">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500000</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24.1</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24.33</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61.7</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233.53</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0675">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1000000</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56.7</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62.18</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123.1</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533.01</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0675">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2000000</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153.9</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150.46</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Times New Roman"/>
                          <a:ea typeface="Times New Roman"/>
                          <a:cs typeface="Times New Roman"/>
                          <a:sym typeface="Times New Roman"/>
                        </a:rPr>
                        <a:t>224.6</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600"/>
                        </a:spcBef>
                        <a:spcAft>
                          <a:spcPts val="600"/>
                        </a:spcAft>
                        <a:buNone/>
                      </a:pPr>
                      <a:r>
                        <a:rPr lang="en" sz="1000">
                          <a:latin typeface="Times New Roman"/>
                          <a:ea typeface="Times New Roman"/>
                          <a:cs typeface="Times New Roman"/>
                          <a:sym typeface="Times New Roman"/>
                        </a:rPr>
                        <a:t>954.40</a:t>
                      </a:r>
                      <a:endParaRPr sz="1000">
                        <a:latin typeface="Times New Roman"/>
                        <a:ea typeface="Times New Roman"/>
                        <a:cs typeface="Times New Roman"/>
                        <a:sym typeface="Times New Roman"/>
                      </a:endParaRPr>
                    </a:p>
                  </a:txBody>
                  <a:tcPr marT="91425" marB="9142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74" name="Google Shape;374;p55"/>
          <p:cNvSpPr txBox="1"/>
          <p:nvPr/>
        </p:nvSpPr>
        <p:spPr>
          <a:xfrm>
            <a:off x="639600" y="3827700"/>
            <a:ext cx="7864800" cy="785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300">
                <a:latin typeface="Times New Roman"/>
                <a:ea typeface="Times New Roman"/>
                <a:cs typeface="Times New Roman"/>
                <a:sym typeface="Times New Roman"/>
              </a:rPr>
              <a:t>K</a:t>
            </a:r>
            <a:r>
              <a:rPr lang="en" sz="1300">
                <a:latin typeface="Times New Roman"/>
                <a:ea typeface="Times New Roman"/>
                <a:cs typeface="Times New Roman"/>
                <a:sym typeface="Times New Roman"/>
              </a:rPr>
              <a:t>hẳng định rằng với lượng dữ liệu chưa vượt quá giới hạn bộ nhớ của một máy đơn, chi phí giao tiếp mạng (network overhead) để điều phối và xáo trộn dữ liệu (shuffling) giữa các node trong mô hình phân tán đã trở thành nút thắt</a:t>
            </a:r>
            <a:r>
              <a:rPr lang="en" sz="1300">
                <a:latin typeface="Times New Roman"/>
                <a:ea typeface="Times New Roman"/>
                <a:cs typeface="Times New Roman"/>
                <a:sym typeface="Times New Roman"/>
              </a:rPr>
              <a:t> cổ chai</a:t>
            </a:r>
            <a:r>
              <a:rPr lang="en" sz="1300">
                <a:latin typeface="Times New Roman"/>
                <a:ea typeface="Times New Roman"/>
                <a:cs typeface="Times New Roman"/>
                <a:sym typeface="Times New Roman"/>
              </a:rPr>
              <a:t>, khiến hiệu năng tổng thể thấp hơn nhiều so với việc xử lý cục bộ.</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6"/>
          <p:cNvSpPr txBox="1"/>
          <p:nvPr>
            <p:ph type="title"/>
          </p:nvPr>
        </p:nvSpPr>
        <p:spPr>
          <a:xfrm>
            <a:off x="1360600" y="1239275"/>
            <a:ext cx="7210200" cy="1462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6. </a:t>
            </a:r>
            <a:r>
              <a:rPr lang="en">
                <a:latin typeface="Hanken Grotesk ExtraBold"/>
                <a:ea typeface="Hanken Grotesk ExtraBold"/>
                <a:cs typeface="Hanken Grotesk ExtraBold"/>
                <a:sym typeface="Hanken Grotesk ExtraBold"/>
              </a:rPr>
              <a:t>Cải thiện hiệu suất</a:t>
            </a:r>
            <a:endParaRPr>
              <a:latin typeface="Hanken Grotesk ExtraBold"/>
              <a:ea typeface="Hanken Grotesk ExtraBold"/>
              <a:cs typeface="Hanken Grotesk ExtraBold"/>
              <a:sym typeface="Hanken Grotesk ExtraBo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7"/>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Data Mirroring</a:t>
            </a:r>
            <a:endParaRPr b="1">
              <a:latin typeface="Arial"/>
              <a:ea typeface="Arial"/>
              <a:cs typeface="Arial"/>
              <a:sym typeface="Arial"/>
            </a:endParaRPr>
          </a:p>
        </p:txBody>
      </p:sp>
      <p:pic>
        <p:nvPicPr>
          <p:cNvPr id="385" name="Google Shape;385;p57" title="Data mirroring thủ công.png"/>
          <p:cNvPicPr preferRelativeResize="0"/>
          <p:nvPr/>
        </p:nvPicPr>
        <p:blipFill>
          <a:blip r:embed="rId3">
            <a:alphaModFix/>
          </a:blip>
          <a:stretch>
            <a:fillRect/>
          </a:stretch>
        </p:blipFill>
        <p:spPr>
          <a:xfrm>
            <a:off x="1473473" y="1059850"/>
            <a:ext cx="6197048" cy="3567551"/>
          </a:xfrm>
          <a:prstGeom prst="rect">
            <a:avLst/>
          </a:prstGeom>
          <a:noFill/>
          <a:ln>
            <a:noFill/>
          </a:ln>
        </p:spPr>
      </p:pic>
      <p:sp>
        <p:nvSpPr>
          <p:cNvPr id="386" name="Google Shape;386;p57"/>
          <p:cNvSpPr txBox="1"/>
          <p:nvPr/>
        </p:nvSpPr>
        <p:spPr>
          <a:xfrm>
            <a:off x="230650" y="587450"/>
            <a:ext cx="7864800" cy="384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300">
                <a:latin typeface="Times New Roman"/>
                <a:ea typeface="Times New Roman"/>
                <a:cs typeface="Times New Roman"/>
                <a:sym typeface="Times New Roman"/>
              </a:rPr>
              <a:t>Dữ liệu được đưa thủ công đến các nút.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8"/>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Data Mirroring</a:t>
            </a:r>
            <a:endParaRPr b="1">
              <a:latin typeface="Arial"/>
              <a:ea typeface="Arial"/>
              <a:cs typeface="Arial"/>
              <a:sym typeface="Arial"/>
            </a:endParaRPr>
          </a:p>
        </p:txBody>
      </p:sp>
      <p:pic>
        <p:nvPicPr>
          <p:cNvPr id="392" name="Google Shape;392;p58"/>
          <p:cNvPicPr preferRelativeResize="0"/>
          <p:nvPr/>
        </p:nvPicPr>
        <p:blipFill>
          <a:blip r:embed="rId3">
            <a:alphaModFix/>
          </a:blip>
          <a:stretch>
            <a:fillRect/>
          </a:stretch>
        </p:blipFill>
        <p:spPr>
          <a:xfrm>
            <a:off x="676538" y="625129"/>
            <a:ext cx="7790925" cy="3414800"/>
          </a:xfrm>
          <a:prstGeom prst="rect">
            <a:avLst/>
          </a:prstGeom>
          <a:noFill/>
          <a:ln>
            <a:noFill/>
          </a:ln>
        </p:spPr>
      </p:pic>
      <p:sp>
        <p:nvSpPr>
          <p:cNvPr id="393" name="Google Shape;393;p58"/>
          <p:cNvSpPr txBox="1"/>
          <p:nvPr/>
        </p:nvSpPr>
        <p:spPr>
          <a:xfrm>
            <a:off x="800850" y="4066050"/>
            <a:ext cx="7542300" cy="785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300">
                <a:latin typeface="Times New Roman"/>
                <a:ea typeface="Times New Roman"/>
                <a:cs typeface="Times New Roman"/>
                <a:sym typeface="Times New Roman"/>
              </a:rPr>
              <a:t>Điều này phản ánh rõ chi phí “đầu vào” khi sử dụng Spark (khởi tạo phiên làm việc, phân tán dữ liệu, shuffle giữa các node) lớn hơn rất nhiều so với chi phí tính toán bản thân mô hình, nên ở quy mô nhỏ, xử lý trên một máy đơn là lựa chọn hiệu quả hơn.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9"/>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Sự cần thiết của HDFS</a:t>
            </a:r>
            <a:endParaRPr b="1">
              <a:latin typeface="Arial"/>
              <a:ea typeface="Arial"/>
              <a:cs typeface="Arial"/>
              <a:sym typeface="Arial"/>
            </a:endParaRPr>
          </a:p>
        </p:txBody>
      </p:sp>
      <p:sp>
        <p:nvSpPr>
          <p:cNvPr id="399" name="Google Shape;399;p59"/>
          <p:cNvSpPr txBox="1"/>
          <p:nvPr/>
        </p:nvSpPr>
        <p:spPr>
          <a:xfrm>
            <a:off x="23813" y="836588"/>
            <a:ext cx="9057000" cy="23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600"/>
          </a:p>
        </p:txBody>
      </p:sp>
      <p:graphicFrame>
        <p:nvGraphicFramePr>
          <p:cNvPr id="400" name="Google Shape;400;p59"/>
          <p:cNvGraphicFramePr/>
          <p:nvPr/>
        </p:nvGraphicFramePr>
        <p:xfrm>
          <a:off x="951834" y="1012661"/>
          <a:ext cx="3000000" cy="3000000"/>
        </p:xfrm>
        <a:graphic>
          <a:graphicData uri="http://schemas.openxmlformats.org/drawingml/2006/table">
            <a:tbl>
              <a:tblPr>
                <a:noFill/>
                <a:tableStyleId>{45143824-4209-4CCC-8594-816159CD4A64}</a:tableStyleId>
              </a:tblPr>
              <a:tblGrid>
                <a:gridCol w="1255125"/>
                <a:gridCol w="6331250"/>
              </a:tblGrid>
              <a:tr h="342900">
                <a:tc>
                  <a:txBody>
                    <a:bodyPr/>
                    <a:lstStyle/>
                    <a:p>
                      <a:pPr indent="0" lvl="0" marL="0" rtl="0" algn="l">
                        <a:lnSpc>
                          <a:spcPct val="115000"/>
                        </a:lnSpc>
                        <a:spcBef>
                          <a:spcPts val="0"/>
                        </a:spcBef>
                        <a:spcAft>
                          <a:spcPts val="0"/>
                        </a:spcAft>
                        <a:buNone/>
                      </a:pPr>
                      <a:r>
                        <a:rPr b="1" lang="en" sz="1600">
                          <a:solidFill>
                            <a:srgbClr val="1F1F1F"/>
                          </a:solidFill>
                        </a:rPr>
                        <a:t>Nội dung</a:t>
                      </a:r>
                      <a:endParaRPr b="1" sz="16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600">
                          <a:solidFill>
                            <a:srgbClr val="1F1F1F"/>
                          </a:solidFill>
                        </a:rPr>
                        <a:t>Điểm Chính</a:t>
                      </a:r>
                      <a:endParaRPr b="1" sz="16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b="1" lang="en" sz="1600">
                          <a:solidFill>
                            <a:srgbClr val="1F1F1F"/>
                          </a:solidFill>
                        </a:rPr>
                        <a:t>Tiêu đề</a:t>
                      </a:r>
                      <a:endParaRPr b="1" sz="16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600">
                          <a:solidFill>
                            <a:srgbClr val="1F1F1F"/>
                          </a:solidFill>
                        </a:rPr>
                        <a:t>HDFS: Nền tảng Lưu trữ cho Big Data</a:t>
                      </a:r>
                      <a:endParaRPr b="1" sz="16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514350">
                <a:tc>
                  <a:txBody>
                    <a:bodyPr/>
                    <a:lstStyle/>
                    <a:p>
                      <a:pPr indent="0" lvl="0" marL="0" rtl="0" algn="l">
                        <a:lnSpc>
                          <a:spcPct val="115000"/>
                        </a:lnSpc>
                        <a:spcBef>
                          <a:spcPts val="0"/>
                        </a:spcBef>
                        <a:spcAft>
                          <a:spcPts val="0"/>
                        </a:spcAft>
                        <a:buNone/>
                      </a:pPr>
                      <a:r>
                        <a:rPr b="1" lang="en" sz="1600">
                          <a:solidFill>
                            <a:srgbClr val="1F1F1F"/>
                          </a:solidFill>
                        </a:rPr>
                        <a:t>Vấn đề</a:t>
                      </a:r>
                      <a:endParaRPr b="1" sz="16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rgbClr val="1F1F1F"/>
                          </a:solidFill>
                        </a:rPr>
                        <a:t>Hệ thống file cục bộ (Local Filesystem) không thể xử lý dữ liệu kích thước lớn (TB/PB) và không có khả năng chịu lỗi.</a:t>
                      </a:r>
                      <a:endParaRPr sz="16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514350">
                <a:tc>
                  <a:txBody>
                    <a:bodyPr/>
                    <a:lstStyle/>
                    <a:p>
                      <a:pPr indent="0" lvl="0" marL="0" rtl="0" algn="l">
                        <a:lnSpc>
                          <a:spcPct val="115000"/>
                        </a:lnSpc>
                        <a:spcBef>
                          <a:spcPts val="0"/>
                        </a:spcBef>
                        <a:spcAft>
                          <a:spcPts val="0"/>
                        </a:spcAft>
                        <a:buNone/>
                      </a:pPr>
                      <a:r>
                        <a:rPr b="1" lang="en" sz="1600">
                          <a:solidFill>
                            <a:srgbClr val="1F1F1F"/>
                          </a:solidFill>
                        </a:rPr>
                        <a:t>Giải pháp</a:t>
                      </a:r>
                      <a:endParaRPr b="1" sz="16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rgbClr val="1F1F1F"/>
                          </a:solidFill>
                        </a:rPr>
                        <a:t>HDFS là một hệ thống file phân tán, được thiết kế để lưu trữ các tập tin cực lớn trải rộng trên hàng ngàn máy chủ.</a:t>
                      </a:r>
                      <a:endParaRPr sz="16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514350">
                <a:tc>
                  <a:txBody>
                    <a:bodyPr/>
                    <a:lstStyle/>
                    <a:p>
                      <a:pPr indent="0" lvl="0" marL="0" rtl="0" algn="l">
                        <a:lnSpc>
                          <a:spcPct val="115000"/>
                        </a:lnSpc>
                        <a:spcBef>
                          <a:spcPts val="0"/>
                        </a:spcBef>
                        <a:spcAft>
                          <a:spcPts val="0"/>
                        </a:spcAft>
                        <a:buNone/>
                      </a:pPr>
                      <a:r>
                        <a:rPr b="1" lang="en" sz="1600">
                          <a:solidFill>
                            <a:srgbClr val="1F1F1F"/>
                          </a:solidFill>
                        </a:rPr>
                        <a:t>Vai trò trong đề án</a:t>
                      </a:r>
                      <a:endParaRPr b="1" sz="16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rgbClr val="1F1F1F"/>
                          </a:solidFill>
                        </a:rPr>
                        <a:t>HDFS là nơi lưu trữ </a:t>
                      </a:r>
                      <a:r>
                        <a:rPr b="1" lang="en" sz="1600">
                          <a:solidFill>
                            <a:srgbClr val="1F1F1F"/>
                          </a:solidFill>
                        </a:rPr>
                        <a:t>dữ liệu thô (raw data)</a:t>
                      </a:r>
                      <a:r>
                        <a:rPr lang="en" sz="1600">
                          <a:solidFill>
                            <a:srgbClr val="1F1F1F"/>
                          </a:solidFill>
                        </a:rPr>
                        <a:t> cho các thuật toán của chúng ta (Word Count, Random Forest).</a:t>
                      </a:r>
                      <a:endParaRPr sz="16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0"/>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HDFS lưu trữ dữ liệu phân tán</a:t>
            </a:r>
            <a:endParaRPr b="1">
              <a:latin typeface="Arial"/>
              <a:ea typeface="Arial"/>
              <a:cs typeface="Arial"/>
              <a:sym typeface="Arial"/>
            </a:endParaRPr>
          </a:p>
        </p:txBody>
      </p:sp>
      <p:pic>
        <p:nvPicPr>
          <p:cNvPr id="406" name="Google Shape;406;p60"/>
          <p:cNvPicPr preferRelativeResize="0"/>
          <p:nvPr/>
        </p:nvPicPr>
        <p:blipFill>
          <a:blip r:embed="rId3">
            <a:alphaModFix/>
          </a:blip>
          <a:stretch>
            <a:fillRect/>
          </a:stretch>
        </p:blipFill>
        <p:spPr>
          <a:xfrm>
            <a:off x="1037650" y="588775"/>
            <a:ext cx="7068702" cy="4095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1"/>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Sơ đồ mô hình ứng dụng HDFS</a:t>
            </a:r>
            <a:endParaRPr b="1">
              <a:latin typeface="Arial"/>
              <a:ea typeface="Arial"/>
              <a:cs typeface="Arial"/>
              <a:sym typeface="Arial"/>
            </a:endParaRPr>
          </a:p>
        </p:txBody>
      </p:sp>
      <p:pic>
        <p:nvPicPr>
          <p:cNvPr id="412" name="Google Shape;412;p61"/>
          <p:cNvPicPr preferRelativeResize="0"/>
          <p:nvPr/>
        </p:nvPicPr>
        <p:blipFill>
          <a:blip r:embed="rId3">
            <a:alphaModFix/>
          </a:blip>
          <a:stretch>
            <a:fillRect/>
          </a:stretch>
        </p:blipFill>
        <p:spPr>
          <a:xfrm>
            <a:off x="377600" y="689750"/>
            <a:ext cx="8562124" cy="401432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62"/>
          <p:cNvPicPr preferRelativeResize="0"/>
          <p:nvPr/>
        </p:nvPicPr>
        <p:blipFill>
          <a:blip r:embed="rId3">
            <a:alphaModFix/>
          </a:blip>
          <a:stretch>
            <a:fillRect/>
          </a:stretch>
        </p:blipFill>
        <p:spPr>
          <a:xfrm>
            <a:off x="790575" y="601525"/>
            <a:ext cx="7562850" cy="2919125"/>
          </a:xfrm>
          <a:prstGeom prst="rect">
            <a:avLst/>
          </a:prstGeom>
          <a:noFill/>
          <a:ln>
            <a:noFill/>
          </a:ln>
        </p:spPr>
      </p:pic>
      <p:sp>
        <p:nvSpPr>
          <p:cNvPr id="418" name="Google Shape;418;p62"/>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Kết quả</a:t>
            </a:r>
            <a:endParaRPr b="1">
              <a:latin typeface="Arial"/>
              <a:ea typeface="Arial"/>
              <a:cs typeface="Arial"/>
              <a:sym typeface="Arial"/>
            </a:endParaRPr>
          </a:p>
        </p:txBody>
      </p:sp>
      <p:sp>
        <p:nvSpPr>
          <p:cNvPr id="419" name="Google Shape;419;p62"/>
          <p:cNvSpPr txBox="1"/>
          <p:nvPr/>
        </p:nvSpPr>
        <p:spPr>
          <a:xfrm>
            <a:off x="1341150" y="3688525"/>
            <a:ext cx="64617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Times New Roman"/>
                <a:ea typeface="Times New Roman"/>
                <a:cs typeface="Times New Roman"/>
                <a:sym typeface="Times New Roman"/>
              </a:rPr>
              <a:t>V</a:t>
            </a:r>
            <a:r>
              <a:rPr lang="en" sz="1300">
                <a:latin typeface="Times New Roman"/>
                <a:ea typeface="Times New Roman"/>
                <a:cs typeface="Times New Roman"/>
                <a:sym typeface="Times New Roman"/>
              </a:rPr>
              <a:t>ới dữ liệu nhỏ, triển khai tuần tự là phù hợp hơn. Còn khi kích thước dữ liệu tăng lên hàng triệu bản ghi, việc sử dụng Spark trên HDFS giúp rút ngắn đáng kể thời gian xử lý mà vẫn bảo đảm chất lượng mô hình ở mức chấp nhận được.</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3"/>
          <p:cNvSpPr txBox="1"/>
          <p:nvPr>
            <p:ph type="title"/>
          </p:nvPr>
        </p:nvSpPr>
        <p:spPr>
          <a:xfrm>
            <a:off x="0" y="0"/>
            <a:ext cx="91440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So sánh giữa các mức cores</a:t>
            </a:r>
            <a:endParaRPr b="1">
              <a:latin typeface="Arial"/>
              <a:ea typeface="Arial"/>
              <a:cs typeface="Arial"/>
              <a:sym typeface="Arial"/>
            </a:endParaRPr>
          </a:p>
        </p:txBody>
      </p:sp>
      <p:pic>
        <p:nvPicPr>
          <p:cNvPr id="425" name="Google Shape;425;p63" title="SO sánh chạy với số core.png"/>
          <p:cNvPicPr preferRelativeResize="0"/>
          <p:nvPr/>
        </p:nvPicPr>
        <p:blipFill rotWithShape="1">
          <a:blip r:embed="rId3">
            <a:alphaModFix/>
          </a:blip>
          <a:srcRect b="0" l="0" r="0" t="0"/>
          <a:stretch/>
        </p:blipFill>
        <p:spPr>
          <a:xfrm>
            <a:off x="1390025" y="753325"/>
            <a:ext cx="6364376" cy="36368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4"/>
          <p:cNvSpPr txBox="1"/>
          <p:nvPr>
            <p:ph type="title"/>
          </p:nvPr>
        </p:nvSpPr>
        <p:spPr>
          <a:xfrm>
            <a:off x="4047175" y="2655250"/>
            <a:ext cx="5131500" cy="106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Kết luận</a:t>
            </a:r>
            <a:endParaRPr b="1">
              <a:latin typeface="Arial"/>
              <a:ea typeface="Arial"/>
              <a:cs typeface="Arial"/>
              <a:sym typeface="Arial"/>
            </a:endParaRPr>
          </a:p>
        </p:txBody>
      </p:sp>
      <p:sp>
        <p:nvSpPr>
          <p:cNvPr id="431" name="Google Shape;431;p64"/>
          <p:cNvSpPr txBox="1"/>
          <p:nvPr>
            <p:ph idx="2" type="title"/>
          </p:nvPr>
        </p:nvSpPr>
        <p:spPr>
          <a:xfrm>
            <a:off x="4047175" y="1540500"/>
            <a:ext cx="1483200" cy="90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07</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5"/>
          <p:cNvSpPr txBox="1"/>
          <p:nvPr>
            <p:ph idx="1" type="subTitle"/>
          </p:nvPr>
        </p:nvSpPr>
        <p:spPr>
          <a:xfrm>
            <a:off x="631750" y="1088000"/>
            <a:ext cx="7491300" cy="3939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i="1" lang="en" sz="1800">
                <a:solidFill>
                  <a:srgbClr val="000000"/>
                </a:solidFill>
                <a:latin typeface="Arial"/>
                <a:ea typeface="Arial"/>
                <a:cs typeface="Arial"/>
                <a:sym typeface="Arial"/>
              </a:rPr>
              <a:t>Dự án này đã chứng minh tính hiệu quả của việc kết hợp các công nghệ tiên tiến để giải quyết các thách thức về tốc độ và quy mô dữ liệu.</a:t>
            </a:r>
            <a:endParaRPr i="1" sz="1800">
              <a:solidFill>
                <a:srgbClr val="000000"/>
              </a:solidFill>
              <a:latin typeface="Arial"/>
              <a:ea typeface="Arial"/>
              <a:cs typeface="Arial"/>
              <a:sym typeface="Arial"/>
            </a:endParaRPr>
          </a:p>
          <a:p>
            <a:pPr indent="-342900" lvl="0" marL="457200" rtl="0" algn="l">
              <a:lnSpc>
                <a:spcPct val="115000"/>
              </a:lnSpc>
              <a:spcBef>
                <a:spcPts val="1200"/>
              </a:spcBef>
              <a:spcAft>
                <a:spcPts val="0"/>
              </a:spcAft>
              <a:buClr>
                <a:srgbClr val="000000"/>
              </a:buClr>
              <a:buSzPts val="1800"/>
              <a:buFont typeface="Arial"/>
              <a:buChar char="●"/>
            </a:pPr>
            <a:r>
              <a:rPr b="1" lang="en" sz="1800">
                <a:solidFill>
                  <a:srgbClr val="000000"/>
                </a:solidFill>
                <a:latin typeface="Arial"/>
                <a:ea typeface="Arial"/>
                <a:cs typeface="Arial"/>
                <a:sym typeface="Arial"/>
              </a:rPr>
              <a:t>Lớp Lưu trữ (HDFS):</a:t>
            </a:r>
            <a:r>
              <a:rPr lang="en" sz="1800">
                <a:solidFill>
                  <a:srgbClr val="000000"/>
                </a:solidFill>
                <a:latin typeface="Arial"/>
                <a:ea typeface="Arial"/>
                <a:cs typeface="Arial"/>
                <a:sym typeface="Arial"/>
              </a:rPr>
              <a:t> Đảm bảo tính </a:t>
            </a:r>
            <a:r>
              <a:rPr b="1" lang="en" sz="1800">
                <a:solidFill>
                  <a:srgbClr val="000000"/>
                </a:solidFill>
                <a:latin typeface="Arial"/>
                <a:ea typeface="Arial"/>
                <a:cs typeface="Arial"/>
                <a:sym typeface="Arial"/>
              </a:rPr>
              <a:t>bền vững</a:t>
            </a:r>
            <a:r>
              <a:rPr lang="en" sz="1800">
                <a:solidFill>
                  <a:srgbClr val="000000"/>
                </a:solidFill>
                <a:latin typeface="Arial"/>
                <a:ea typeface="Arial"/>
                <a:cs typeface="Arial"/>
                <a:sym typeface="Arial"/>
              </a:rPr>
              <a:t> và </a:t>
            </a:r>
            <a:r>
              <a:rPr b="1" lang="en" sz="1800">
                <a:solidFill>
                  <a:srgbClr val="000000"/>
                </a:solidFill>
                <a:latin typeface="Arial"/>
                <a:ea typeface="Arial"/>
                <a:cs typeface="Arial"/>
                <a:sym typeface="Arial"/>
              </a:rPr>
              <a:t>khả năng chịu lỗi</a:t>
            </a:r>
            <a:r>
              <a:rPr lang="en" sz="1800">
                <a:solidFill>
                  <a:srgbClr val="000000"/>
                </a:solidFill>
                <a:latin typeface="Arial"/>
                <a:ea typeface="Arial"/>
                <a:cs typeface="Arial"/>
                <a:sym typeface="Arial"/>
              </a:rPr>
              <a:t> cho các tập dữ liệu cực lớn, đồng thời tối ưu hóa hiệu suất thông qua nguyên tắc </a:t>
            </a:r>
            <a:r>
              <a:rPr b="1" lang="en" sz="1800">
                <a:solidFill>
                  <a:srgbClr val="000000"/>
                </a:solidFill>
                <a:latin typeface="Arial"/>
                <a:ea typeface="Arial"/>
                <a:cs typeface="Arial"/>
                <a:sym typeface="Arial"/>
              </a:rPr>
              <a:t>Data Locality</a:t>
            </a:r>
            <a:r>
              <a:rPr lang="en" sz="1800">
                <a:solidFill>
                  <a:srgbClr val="000000"/>
                </a:solidFill>
                <a:latin typeface="Arial"/>
                <a:ea typeface="Arial"/>
                <a:cs typeface="Arial"/>
                <a:sym typeface="Arial"/>
              </a:rPr>
              <a:t>.</a:t>
            </a:r>
            <a:endParaRPr sz="1800">
              <a:solidFill>
                <a:srgbClr val="000000"/>
              </a:solidFill>
              <a:latin typeface="Arial"/>
              <a:ea typeface="Arial"/>
              <a:cs typeface="Arial"/>
              <a:sym typeface="Arial"/>
            </a:endParaRPr>
          </a:p>
          <a:p>
            <a:pPr indent="-342900" lvl="0" marL="457200" rtl="0" algn="l">
              <a:lnSpc>
                <a:spcPct val="115000"/>
              </a:lnSpc>
              <a:spcBef>
                <a:spcPts val="0"/>
              </a:spcBef>
              <a:spcAft>
                <a:spcPts val="0"/>
              </a:spcAft>
              <a:buClr>
                <a:srgbClr val="000000"/>
              </a:buClr>
              <a:buSzPts val="1800"/>
              <a:buFont typeface="Arial"/>
              <a:buChar char="●"/>
            </a:pPr>
            <a:r>
              <a:rPr b="1" lang="en" sz="1800">
                <a:solidFill>
                  <a:srgbClr val="000000"/>
                </a:solidFill>
                <a:latin typeface="Arial"/>
                <a:ea typeface="Arial"/>
                <a:cs typeface="Arial"/>
                <a:sym typeface="Arial"/>
              </a:rPr>
              <a:t>Lớp Xử lý (Apache Spark):</a:t>
            </a:r>
            <a:r>
              <a:rPr lang="en" sz="1800">
                <a:solidFill>
                  <a:srgbClr val="000000"/>
                </a:solidFill>
                <a:latin typeface="Arial"/>
                <a:ea typeface="Arial"/>
                <a:cs typeface="Arial"/>
                <a:sym typeface="Arial"/>
              </a:rPr>
              <a:t> Cung cấp nền tảng </a:t>
            </a:r>
            <a:r>
              <a:rPr b="1" lang="en" sz="1800">
                <a:solidFill>
                  <a:srgbClr val="000000"/>
                </a:solidFill>
                <a:latin typeface="Arial"/>
                <a:ea typeface="Arial"/>
                <a:cs typeface="Arial"/>
                <a:sym typeface="Arial"/>
              </a:rPr>
              <a:t>xử lý tốc độ cao (In-Memory)</a:t>
            </a:r>
            <a:r>
              <a:rPr lang="en" sz="1800">
                <a:solidFill>
                  <a:srgbClr val="000000"/>
                </a:solidFill>
                <a:latin typeface="Arial"/>
                <a:ea typeface="Arial"/>
                <a:cs typeface="Arial"/>
                <a:sym typeface="Arial"/>
              </a:rPr>
              <a:t>, cho phép chuyển đổi và phân tích dữ liệu hiệu quả, vượt trội so với các mô hình truyền thống.</a:t>
            </a:r>
            <a:endParaRPr sz="1800">
              <a:solidFill>
                <a:srgbClr val="000000"/>
              </a:solidFill>
              <a:latin typeface="Arial"/>
              <a:ea typeface="Arial"/>
              <a:cs typeface="Arial"/>
              <a:sym typeface="Arial"/>
            </a:endParaRPr>
          </a:p>
          <a:p>
            <a:pPr indent="0" lvl="0" marL="0" rtl="0" algn="l">
              <a:spcBef>
                <a:spcPts val="1200"/>
              </a:spcBef>
              <a:spcAft>
                <a:spcPts val="0"/>
              </a:spcAft>
              <a:buNone/>
            </a:pPr>
            <a:r>
              <a:t/>
            </a:r>
            <a:endParaRPr sz="1800">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6"/>
          <p:cNvSpPr txBox="1"/>
          <p:nvPr>
            <p:ph idx="1" type="subTitle"/>
          </p:nvPr>
        </p:nvSpPr>
        <p:spPr>
          <a:xfrm>
            <a:off x="639625" y="844175"/>
            <a:ext cx="7491300" cy="3939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i="1" lang="en" sz="1800">
                <a:solidFill>
                  <a:srgbClr val="000000"/>
                </a:solidFill>
                <a:latin typeface="Arial"/>
                <a:ea typeface="Arial"/>
                <a:cs typeface="Arial"/>
                <a:sym typeface="Arial"/>
              </a:rPr>
              <a:t>Thành công trong việc minh họa và triển khai 2 loại thuật toán quan trọng trong môi trường phân tán:</a:t>
            </a:r>
            <a:br>
              <a:rPr i="1" lang="en" sz="1800">
                <a:solidFill>
                  <a:srgbClr val="000000"/>
                </a:solidFill>
                <a:latin typeface="Arial"/>
                <a:ea typeface="Arial"/>
                <a:cs typeface="Arial"/>
                <a:sym typeface="Arial"/>
              </a:rPr>
            </a:br>
            <a:br>
              <a:rPr lang="en" sz="1800">
                <a:solidFill>
                  <a:srgbClr val="000000"/>
                </a:solidFill>
                <a:latin typeface="Arial"/>
                <a:ea typeface="Arial"/>
                <a:cs typeface="Arial"/>
                <a:sym typeface="Arial"/>
              </a:rPr>
            </a:br>
            <a:r>
              <a:rPr b="1" lang="en" sz="1800">
                <a:solidFill>
                  <a:srgbClr val="000000"/>
                </a:solidFill>
                <a:latin typeface="Arial"/>
                <a:ea typeface="Arial"/>
                <a:cs typeface="Arial"/>
                <a:sym typeface="Arial"/>
              </a:rPr>
              <a:t>Xử lý Dữ liệu Thô (Word Count):</a:t>
            </a:r>
            <a:r>
              <a:rPr lang="en" sz="1800">
                <a:solidFill>
                  <a:srgbClr val="000000"/>
                </a:solidFill>
                <a:latin typeface="Arial"/>
                <a:ea typeface="Arial"/>
                <a:cs typeface="Arial"/>
                <a:sym typeface="Arial"/>
              </a:rPr>
              <a:t> Đã mô tả và xác định được các giai đoạn chính của luồng dữ liệu phân tán (Map-Shuffle-Reduce), chứng minh khả năng xử lý khối lượng lớn văn bản một cách nhanh chóng.</a:t>
            </a:r>
            <a:endParaRPr sz="18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800">
                <a:solidFill>
                  <a:srgbClr val="000000"/>
                </a:solidFill>
                <a:latin typeface="Arial"/>
                <a:ea typeface="Arial"/>
                <a:cs typeface="Arial"/>
                <a:sym typeface="Arial"/>
              </a:rPr>
              <a:t>Học máy Mở rộng (Random Forest):</a:t>
            </a:r>
            <a:r>
              <a:rPr lang="en" sz="1800">
                <a:solidFill>
                  <a:srgbClr val="000000"/>
                </a:solidFill>
                <a:latin typeface="Arial"/>
                <a:ea typeface="Arial"/>
                <a:cs typeface="Arial"/>
                <a:sym typeface="Arial"/>
              </a:rPr>
              <a:t> Đã phân tích cơ chế Song song của thuật toán này, cho phép xây dựng mô hình học máy phức tạp trên các cụm máy, giảm thời gian huấn luyện mà vẫn giữ nguyên độ chính xác.</a:t>
            </a:r>
            <a:endParaRPr sz="18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sz="1800">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7"/>
          <p:cNvSpPr txBox="1"/>
          <p:nvPr>
            <p:ph type="title"/>
          </p:nvPr>
        </p:nvSpPr>
        <p:spPr>
          <a:xfrm>
            <a:off x="550525" y="0"/>
            <a:ext cx="78735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Hạn chế</a:t>
            </a:r>
            <a:endParaRPr b="1">
              <a:latin typeface="Arial"/>
              <a:ea typeface="Arial"/>
              <a:cs typeface="Arial"/>
              <a:sym typeface="Arial"/>
            </a:endParaRPr>
          </a:p>
        </p:txBody>
      </p:sp>
      <p:sp>
        <p:nvSpPr>
          <p:cNvPr id="447" name="Google Shape;447;p67"/>
          <p:cNvSpPr txBox="1"/>
          <p:nvPr/>
        </p:nvSpPr>
        <p:spPr>
          <a:xfrm>
            <a:off x="550525" y="1706625"/>
            <a:ext cx="7534500" cy="1847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Hanken Grotesk"/>
              <a:buAutoNum type="arabicPeriod"/>
            </a:pPr>
            <a:r>
              <a:rPr lang="en" sz="1800">
                <a:latin typeface="Hanken Grotesk"/>
                <a:ea typeface="Hanken Grotesk"/>
                <a:cs typeface="Hanken Grotesk"/>
                <a:sym typeface="Hanken Grotesk"/>
              </a:rPr>
              <a:t>Hệ thống nhỏ (2 - 3 Nodes).</a:t>
            </a:r>
            <a:endParaRPr sz="1800">
              <a:latin typeface="Hanken Grotesk"/>
              <a:ea typeface="Hanken Grotesk"/>
              <a:cs typeface="Hanken Grotesk"/>
              <a:sym typeface="Hanken Grotesk"/>
            </a:endParaRPr>
          </a:p>
          <a:p>
            <a:pPr indent="-342900" lvl="0" marL="457200" rtl="0" algn="l">
              <a:spcBef>
                <a:spcPts val="0"/>
              </a:spcBef>
              <a:spcAft>
                <a:spcPts val="0"/>
              </a:spcAft>
              <a:buSzPts val="1800"/>
              <a:buFont typeface="Hanken Grotesk"/>
              <a:buAutoNum type="arabicPeriod"/>
            </a:pPr>
            <a:r>
              <a:rPr lang="en" sz="1800">
                <a:latin typeface="Hanken Grotesk"/>
                <a:ea typeface="Hanken Grotesk"/>
                <a:cs typeface="Hanken Grotesk"/>
                <a:sym typeface="Hanken Grotesk"/>
              </a:rPr>
              <a:t>Dữ liệu chưa được gọi là Big Data (Rows, Columns).</a:t>
            </a:r>
            <a:endParaRPr sz="1800">
              <a:latin typeface="Hanken Grotesk"/>
              <a:ea typeface="Hanken Grotesk"/>
              <a:cs typeface="Hanken Grotesk"/>
              <a:sym typeface="Hanken Grotesk"/>
            </a:endParaRPr>
          </a:p>
          <a:p>
            <a:pPr indent="-342900" lvl="0" marL="457200" rtl="0" algn="l">
              <a:spcBef>
                <a:spcPts val="0"/>
              </a:spcBef>
              <a:spcAft>
                <a:spcPts val="0"/>
              </a:spcAft>
              <a:buSzPts val="1800"/>
              <a:buFont typeface="Hanken Grotesk"/>
              <a:buAutoNum type="arabicPeriod"/>
            </a:pPr>
            <a:r>
              <a:rPr lang="en" sz="1800">
                <a:latin typeface="Hanken Grotesk"/>
                <a:ea typeface="Hanken Grotesk"/>
                <a:cs typeface="Hanken Grotesk"/>
                <a:sym typeface="Hanken Grotesk"/>
              </a:rPr>
              <a:t>Mỗi máy có CPU(xung nhịp, tiến trình,...) và RAM (bus, tốc độ đọc/ghi,...) khác nhau, tốc độ đọc dữ liệu trên ổ đĩa cũng khác nhau (tùy thuộc vào thế hệ). Nên việc chọn máy làm máy master cần nhiều thời gian hơn.</a:t>
            </a:r>
            <a:endParaRPr sz="1800">
              <a:latin typeface="Hanken Grotesk"/>
              <a:ea typeface="Hanken Grotesk"/>
              <a:cs typeface="Hanken Grotesk"/>
              <a:sym typeface="Hanken Grotesk"/>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8"/>
          <p:cNvSpPr txBox="1"/>
          <p:nvPr>
            <p:ph type="title"/>
          </p:nvPr>
        </p:nvSpPr>
        <p:spPr>
          <a:xfrm>
            <a:off x="550525" y="0"/>
            <a:ext cx="7873500" cy="7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Hệ thống song song và phân tán hiệu quả</a:t>
            </a:r>
            <a:endParaRPr b="1">
              <a:latin typeface="Arial"/>
              <a:ea typeface="Arial"/>
              <a:cs typeface="Arial"/>
              <a:sym typeface="Arial"/>
            </a:endParaRPr>
          </a:p>
        </p:txBody>
      </p:sp>
      <p:sp>
        <p:nvSpPr>
          <p:cNvPr id="453" name="Google Shape;453;p68"/>
          <p:cNvSpPr txBox="1"/>
          <p:nvPr/>
        </p:nvSpPr>
        <p:spPr>
          <a:xfrm>
            <a:off x="550525" y="684225"/>
            <a:ext cx="7534500" cy="9852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Font typeface="Hanken Grotesk"/>
              <a:buAutoNum type="arabicPeriod"/>
            </a:pPr>
            <a:r>
              <a:rPr lang="en" sz="1300">
                <a:latin typeface="Hanken Grotesk"/>
                <a:ea typeface="Hanken Grotesk"/>
                <a:cs typeface="Hanken Grotesk"/>
                <a:sym typeface="Hanken Grotesk"/>
              </a:rPr>
              <a:t>Phần mềm: Lựa chọn nền tảng (Hadoop, HDFS, Spark, Airflow, Kafka, hệ điều hành,...).</a:t>
            </a:r>
            <a:endParaRPr sz="1300">
              <a:latin typeface="Hanken Grotesk"/>
              <a:ea typeface="Hanken Grotesk"/>
              <a:cs typeface="Hanken Grotesk"/>
              <a:sym typeface="Hanken Grotesk"/>
            </a:endParaRPr>
          </a:p>
          <a:p>
            <a:pPr indent="-311150" lvl="0" marL="457200" rtl="0" algn="l">
              <a:spcBef>
                <a:spcPts val="0"/>
              </a:spcBef>
              <a:spcAft>
                <a:spcPts val="0"/>
              </a:spcAft>
              <a:buSzPts val="1300"/>
              <a:buFont typeface="Hanken Grotesk"/>
              <a:buAutoNum type="arabicPeriod"/>
            </a:pPr>
            <a:r>
              <a:rPr lang="en" sz="1300">
                <a:latin typeface="Hanken Grotesk"/>
                <a:ea typeface="Hanken Grotesk"/>
                <a:cs typeface="Hanken Grotesk"/>
                <a:sym typeface="Hanken Grotesk"/>
              </a:rPr>
              <a:t>Phần cứng: Số lượng node, số lõi CPU, dung lượng RAM, ổ đĩa và băng thông mạng quyết định trực tiếp đến tốc độ xử lý và ngưỡng dữ liệu mà hệ thống có thể mở rộng.</a:t>
            </a:r>
            <a:endParaRPr sz="1300">
              <a:latin typeface="Hanken Grotesk"/>
              <a:ea typeface="Hanken Grotesk"/>
              <a:cs typeface="Hanken Grotesk"/>
              <a:sym typeface="Hanken Grotesk"/>
            </a:endParaRPr>
          </a:p>
          <a:p>
            <a:pPr indent="-311150" lvl="0" marL="457200" rtl="0" algn="l">
              <a:spcBef>
                <a:spcPts val="0"/>
              </a:spcBef>
              <a:spcAft>
                <a:spcPts val="0"/>
              </a:spcAft>
              <a:buSzPts val="1300"/>
              <a:buFont typeface="Hanken Grotesk"/>
              <a:buAutoNum type="arabicPeriod"/>
            </a:pPr>
            <a:r>
              <a:rPr lang="en" sz="1300">
                <a:latin typeface="Hanken Grotesk"/>
                <a:ea typeface="Hanken Grotesk"/>
                <a:cs typeface="Hanken Grotesk"/>
                <a:sym typeface="Hanken Grotesk"/>
              </a:rPr>
              <a:t>Vị trí địa lý và kiến trúc mạng.</a:t>
            </a:r>
            <a:endParaRPr sz="1300">
              <a:latin typeface="Hanken Grotesk"/>
              <a:ea typeface="Hanken Grotesk"/>
              <a:cs typeface="Hanken Grotesk"/>
              <a:sym typeface="Hanken Grotesk"/>
            </a:endParaRPr>
          </a:p>
        </p:txBody>
      </p:sp>
      <p:pic>
        <p:nvPicPr>
          <p:cNvPr id="454" name="Google Shape;454;p68"/>
          <p:cNvPicPr preferRelativeResize="0"/>
          <p:nvPr/>
        </p:nvPicPr>
        <p:blipFill>
          <a:blip r:embed="rId3">
            <a:alphaModFix/>
          </a:blip>
          <a:stretch>
            <a:fillRect/>
          </a:stretch>
        </p:blipFill>
        <p:spPr>
          <a:xfrm>
            <a:off x="702925" y="1945110"/>
            <a:ext cx="3644024" cy="2003675"/>
          </a:xfrm>
          <a:prstGeom prst="rect">
            <a:avLst/>
          </a:prstGeom>
          <a:noFill/>
          <a:ln>
            <a:noFill/>
          </a:ln>
        </p:spPr>
      </p:pic>
      <p:pic>
        <p:nvPicPr>
          <p:cNvPr id="455" name="Google Shape;455;p68"/>
          <p:cNvPicPr preferRelativeResize="0"/>
          <p:nvPr/>
        </p:nvPicPr>
        <p:blipFill>
          <a:blip r:embed="rId4">
            <a:alphaModFix/>
          </a:blip>
          <a:stretch>
            <a:fillRect/>
          </a:stretch>
        </p:blipFill>
        <p:spPr>
          <a:xfrm>
            <a:off x="4472775" y="1716325"/>
            <a:ext cx="3951224" cy="2461244"/>
          </a:xfrm>
          <a:prstGeom prst="rect">
            <a:avLst/>
          </a:prstGeom>
          <a:noFill/>
          <a:ln>
            <a:noFill/>
          </a:ln>
        </p:spPr>
      </p:pic>
      <p:sp>
        <p:nvSpPr>
          <p:cNvPr id="456" name="Google Shape;456;p68"/>
          <p:cNvSpPr txBox="1"/>
          <p:nvPr/>
        </p:nvSpPr>
        <p:spPr>
          <a:xfrm>
            <a:off x="5085025" y="422447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5"/>
              </a:rPr>
              <a:t>Data Center Map - Colocation, Cloud and Connectivity</a:t>
            </a:r>
            <a:endParaRPr/>
          </a:p>
        </p:txBody>
      </p:sp>
      <p:sp>
        <p:nvSpPr>
          <p:cNvPr id="457" name="Google Shape;457;p68"/>
          <p:cNvSpPr txBox="1"/>
          <p:nvPr/>
        </p:nvSpPr>
        <p:spPr>
          <a:xfrm>
            <a:off x="1024925" y="394877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Các cụm máy lớn tại các công ty công nghệ</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9"/>
          <p:cNvSpPr txBox="1"/>
          <p:nvPr>
            <p:ph idx="2" type="title"/>
          </p:nvPr>
        </p:nvSpPr>
        <p:spPr>
          <a:xfrm>
            <a:off x="1266189" y="2926600"/>
            <a:ext cx="6251100" cy="179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Hanken Grotesk ExtraBold"/>
                <a:ea typeface="Hanken Grotesk ExtraBold"/>
                <a:cs typeface="Hanken Grotesk ExtraBold"/>
                <a:sym typeface="Hanken Grotesk ExtraBold"/>
              </a:rPr>
              <a:t>Cảm ơn thầy và các bạn đã lắng nghe</a:t>
            </a:r>
            <a:endParaRPr>
              <a:latin typeface="Hanken Grotesk ExtraBold"/>
              <a:ea typeface="Hanken Grotesk ExtraBold"/>
              <a:cs typeface="Hanken Grotesk ExtraBold"/>
              <a:sym typeface="Hanken Grotesk ExtraBold"/>
            </a:endParaRPr>
          </a:p>
        </p:txBody>
      </p:sp>
      <p:pic>
        <p:nvPicPr>
          <p:cNvPr id="463" name="Google Shape;463;p69"/>
          <p:cNvPicPr preferRelativeResize="0"/>
          <p:nvPr/>
        </p:nvPicPr>
        <p:blipFill>
          <a:blip r:embed="rId3">
            <a:alphaModFix/>
          </a:blip>
          <a:stretch>
            <a:fillRect/>
          </a:stretch>
        </p:blipFill>
        <p:spPr>
          <a:xfrm>
            <a:off x="447775" y="0"/>
            <a:ext cx="3003801" cy="25737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ist Orange Portfolio by Slidesgo">
  <a:themeElements>
    <a:clrScheme name="Simple Light">
      <a:dk1>
        <a:srgbClr val="191919"/>
      </a:dk1>
      <a:lt1>
        <a:srgbClr val="FFFFFF"/>
      </a:lt1>
      <a:dk2>
        <a:srgbClr val="F5A04F"/>
      </a:dk2>
      <a:lt2>
        <a:srgbClr val="ADACAC"/>
      </a:lt2>
      <a:accent1>
        <a:srgbClr val="6E6D6D"/>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